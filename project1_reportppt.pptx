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3"/>
  </p:notesMasterIdLst>
  <p:handoutMasterIdLst>
    <p:handoutMasterId r:id="rId34"/>
  </p:handoutMasterIdLst>
  <p:sldIdLst>
    <p:sldId id="310" r:id="rId5"/>
    <p:sldId id="305" r:id="rId6"/>
    <p:sldId id="276" r:id="rId7"/>
    <p:sldId id="274" r:id="rId8"/>
    <p:sldId id="286" r:id="rId9"/>
    <p:sldId id="279" r:id="rId10"/>
    <p:sldId id="306" r:id="rId11"/>
    <p:sldId id="302" r:id="rId12"/>
    <p:sldId id="307" r:id="rId13"/>
    <p:sldId id="327" r:id="rId14"/>
    <p:sldId id="311" r:id="rId15"/>
    <p:sldId id="312" r:id="rId16"/>
    <p:sldId id="313" r:id="rId17"/>
    <p:sldId id="314" r:id="rId18"/>
    <p:sldId id="315" r:id="rId19"/>
    <p:sldId id="316" r:id="rId20"/>
    <p:sldId id="317" r:id="rId21"/>
    <p:sldId id="318" r:id="rId22"/>
    <p:sldId id="319" r:id="rId23"/>
    <p:sldId id="320" r:id="rId24"/>
    <p:sldId id="321" r:id="rId25"/>
    <p:sldId id="322" r:id="rId26"/>
    <p:sldId id="323" r:id="rId27"/>
    <p:sldId id="324" r:id="rId28"/>
    <p:sldId id="325" r:id="rId29"/>
    <p:sldId id="309" r:id="rId30"/>
    <p:sldId id="326" r:id="rId31"/>
    <p:sldId id="271"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F3D1"/>
    <a:srgbClr val="4A5EE6"/>
    <a:srgbClr val="132BDC"/>
    <a:srgbClr val="DCE0FC"/>
    <a:srgbClr val="FDF200"/>
    <a:srgbClr val="80FBE5"/>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26"/>
  </p:normalViewPr>
  <p:slideViewPr>
    <p:cSldViewPr snapToGrid="0">
      <p:cViewPr>
        <p:scale>
          <a:sx n="75" d="100"/>
          <a:sy n="75" d="100"/>
        </p:scale>
        <p:origin x="974" y="120"/>
      </p:cViewPr>
      <p:guideLst/>
    </p:cSldViewPr>
  </p:slideViewPr>
  <p:notesTextViewPr>
    <p:cViewPr>
      <p:scale>
        <a:sx n="1" d="1"/>
        <a:sy n="1" d="1"/>
      </p:scale>
      <p:origin x="0" y="0"/>
    </p:cViewPr>
  </p:notesTextViewPr>
  <p:notesViewPr>
    <p:cSldViewPr snapToGrid="0">
      <p:cViewPr varScale="1">
        <p:scale>
          <a:sx n="137" d="100"/>
          <a:sy n="137" d="100"/>
        </p:scale>
        <p:origin x="6744"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14A1CB-5452-AC70-7D60-1A44C62C56C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D16B759-0F79-F999-E975-D9DBEDB8A5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B9E520-E069-0742-BD97-ED28BB08EC53}" type="datetimeFigureOut">
              <a:rPr lang="en-US" smtClean="0"/>
              <a:t>6/15/2026</a:t>
            </a:fld>
            <a:endParaRPr lang="en-US" dirty="0"/>
          </a:p>
        </p:txBody>
      </p:sp>
      <p:sp>
        <p:nvSpPr>
          <p:cNvPr id="4" name="Footer Placeholder 3">
            <a:extLst>
              <a:ext uri="{FF2B5EF4-FFF2-40B4-BE49-F238E27FC236}">
                <a16:creationId xmlns:a16="http://schemas.microsoft.com/office/drawing/2014/main" id="{989A7C7E-774B-6207-364F-BAC51DF08F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99ACE22-8537-7305-26E3-E0E0AF83D50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B964BE-1CD1-1943-8CAA-B6D417321F15}" type="slidenum">
              <a:rPr lang="en-US" smtClean="0"/>
              <a:t>‹#›</a:t>
            </a:fld>
            <a:endParaRPr lang="en-US" dirty="0"/>
          </a:p>
        </p:txBody>
      </p:sp>
    </p:spTree>
    <p:extLst>
      <p:ext uri="{BB962C8B-B14F-4D97-AF65-F5344CB8AC3E}">
        <p14:creationId xmlns:p14="http://schemas.microsoft.com/office/powerpoint/2010/main" val="42545003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F85F30-A497-F84E-BC49-B57AB2B760AA}" type="datetimeFigureOut">
              <a:rPr lang="en-US" smtClean="0"/>
              <a:t>6/15/2026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7D3E5B-4BED-B24C-9674-6B6454D04561}" type="slidenum">
              <a:rPr lang="en-US" smtClean="0"/>
              <a:t>‹#›</a:t>
            </a:fld>
            <a:endParaRPr lang="en-US" dirty="0"/>
          </a:p>
        </p:txBody>
      </p:sp>
    </p:spTree>
    <p:extLst>
      <p:ext uri="{BB962C8B-B14F-4D97-AF65-F5344CB8AC3E}">
        <p14:creationId xmlns:p14="http://schemas.microsoft.com/office/powerpoint/2010/main" val="676233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7D3E5B-4BED-B24C-9674-6B6454D0456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7358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D7D3E5B-4BED-B24C-9674-6B6454D04561}" type="slidenum">
              <a:rPr lang="en-US" smtClean="0"/>
              <a:t>20</a:t>
            </a:fld>
            <a:endParaRPr lang="en-US" dirty="0"/>
          </a:p>
        </p:txBody>
      </p:sp>
    </p:spTree>
    <p:extLst>
      <p:ext uri="{BB962C8B-B14F-4D97-AF65-F5344CB8AC3E}">
        <p14:creationId xmlns:p14="http://schemas.microsoft.com/office/powerpoint/2010/main" val="240477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7D3E5B-4BED-B24C-9674-6B6454D04561}" type="slidenum">
              <a:rPr lang="en-US" smtClean="0"/>
              <a:t>28</a:t>
            </a:fld>
            <a:endParaRPr lang="en-US" dirty="0"/>
          </a:p>
        </p:txBody>
      </p:sp>
    </p:spTree>
    <p:extLst>
      <p:ext uri="{BB962C8B-B14F-4D97-AF65-F5344CB8AC3E}">
        <p14:creationId xmlns:p14="http://schemas.microsoft.com/office/powerpoint/2010/main" val="23182809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1EBC0340-3AAE-A39F-0BAF-0E7430611152}"/>
              </a:ext>
            </a:extLst>
          </p:cNvPr>
          <p:cNvSpPr/>
          <p:nvPr userDrawn="1"/>
        </p:nvSpPr>
        <p:spPr>
          <a:xfrm>
            <a:off x="3127386" y="1976768"/>
            <a:ext cx="6929120" cy="4877511"/>
          </a:xfrm>
          <a:custGeom>
            <a:avLst/>
            <a:gdLst>
              <a:gd name="connsiteX0" fmla="*/ 3464560 w 6929120"/>
              <a:gd name="connsiteY0" fmla="*/ 0 h 4877511"/>
              <a:gd name="connsiteX1" fmla="*/ 6929120 w 6929120"/>
              <a:gd name="connsiteY1" fmla="*/ 3464560 h 4877511"/>
              <a:gd name="connsiteX2" fmla="*/ 6656858 w 6929120"/>
              <a:gd name="connsiteY2" fmla="*/ 4813124 h 4877511"/>
              <a:gd name="connsiteX3" fmla="*/ 6625841 w 6929120"/>
              <a:gd name="connsiteY3" fmla="*/ 4877511 h 4877511"/>
              <a:gd name="connsiteX4" fmla="*/ 303280 w 6929120"/>
              <a:gd name="connsiteY4" fmla="*/ 4877511 h 4877511"/>
              <a:gd name="connsiteX5" fmla="*/ 272263 w 6929120"/>
              <a:gd name="connsiteY5" fmla="*/ 4813124 h 4877511"/>
              <a:gd name="connsiteX6" fmla="*/ 0 w 6929120"/>
              <a:gd name="connsiteY6" fmla="*/ 3464560 h 4877511"/>
              <a:gd name="connsiteX7" fmla="*/ 3464560 w 6929120"/>
              <a:gd name="connsiteY7" fmla="*/ 0 h 487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9120" h="4877511">
                <a:moveTo>
                  <a:pt x="3464560" y="0"/>
                </a:moveTo>
                <a:cubicBezTo>
                  <a:pt x="5377984" y="0"/>
                  <a:pt x="6929120" y="1551136"/>
                  <a:pt x="6929120" y="3464560"/>
                </a:cubicBezTo>
                <a:cubicBezTo>
                  <a:pt x="6929120" y="3942916"/>
                  <a:pt x="6832174" y="4398629"/>
                  <a:pt x="6656858" y="4813124"/>
                </a:cubicBezTo>
                <a:lnTo>
                  <a:pt x="6625841" y="4877511"/>
                </a:lnTo>
                <a:lnTo>
                  <a:pt x="303280" y="4877511"/>
                </a:lnTo>
                <a:lnTo>
                  <a:pt x="272263" y="4813124"/>
                </a:lnTo>
                <a:cubicBezTo>
                  <a:pt x="96946" y="4398629"/>
                  <a:pt x="0" y="3942916"/>
                  <a:pt x="0" y="3464560"/>
                </a:cubicBezTo>
                <a:cubicBezTo>
                  <a:pt x="0" y="1551136"/>
                  <a:pt x="1551136" y="0"/>
                  <a:pt x="346456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pic>
        <p:nvPicPr>
          <p:cNvPr id="10" name="Picture 9" descr="Gap between two buildings against the blue sky">
            <a:extLst>
              <a:ext uri="{FF2B5EF4-FFF2-40B4-BE49-F238E27FC236}">
                <a16:creationId xmlns:a16="http://schemas.microsoft.com/office/drawing/2014/main" id="{C40F96A3-9DAF-4D22-64AD-CEC023D28D98}"/>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colorTemperature colorTemp="10546"/>
                    </a14:imgEffect>
                    <a14:imgEffect>
                      <a14:saturation sat="0"/>
                    </a14:imgEffect>
                    <a14:imgEffect>
                      <a14:brightnessContrast bright="-34000" contrast="60000"/>
                    </a14:imgEffect>
                  </a14:imgLayer>
                </a14:imgProps>
              </a:ext>
              <a:ext uri="{28A0092B-C50C-407E-A947-70E740481C1C}">
                <a14:useLocalDpi xmlns:a14="http://schemas.microsoft.com/office/drawing/2010/main"/>
              </a:ext>
            </a:extLst>
          </a:blip>
          <a:srcRect t="2550" b="8386"/>
          <a:stretch/>
        </p:blipFill>
        <p:spPr>
          <a:xfrm>
            <a:off x="760411" y="0"/>
            <a:ext cx="11431589" cy="6858000"/>
          </a:xfrm>
          <a:prstGeom prst="rect">
            <a:avLst/>
          </a:prstGeom>
        </p:spPr>
      </p:pic>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816767" y="1399032"/>
            <a:ext cx="6757416" cy="3427502"/>
          </a:xfrm>
        </p:spPr>
        <p:txBody>
          <a:bodyPr lIns="0" tIns="0" rIns="0" bIns="0" anchor="t">
            <a:noAutofit/>
          </a:bodyPr>
          <a:lstStyle>
            <a:lvl1pPr algn="l">
              <a:defRPr sz="4500" cap="all" baseline="0"/>
            </a:lvl1pPr>
          </a:lstStyle>
          <a:p>
            <a:r>
              <a:rPr lang="en-US" dirty="0"/>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816768" y="417444"/>
            <a:ext cx="7414940" cy="883258"/>
          </a:xfrm>
        </p:spPr>
        <p:txBody>
          <a:bodyPr lIns="0" tIns="0" rIns="0" bIns="182880" anchor="b">
            <a:noAutofit/>
          </a:bodyPr>
          <a:lstStyle>
            <a:lvl1pPr marL="0" indent="0" algn="l">
              <a:lnSpc>
                <a:spcPct val="100000"/>
              </a:lnSpc>
              <a:buNone/>
              <a:defRPr sz="2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6696221" y="640080"/>
            <a:ext cx="5029200" cy="2157984"/>
          </a:xfrm>
        </p:spPr>
        <p:txBody>
          <a:bodyPr lIns="0" tIns="0" rIns="0" bIns="0" anchor="b">
            <a:noAutofit/>
          </a:bodyPr>
          <a:lstStyle>
            <a:lvl1pPr>
              <a:defRPr sz="3200" cap="all" baseline="0"/>
            </a:lvl1pPr>
          </a:lstStyle>
          <a:p>
            <a:r>
              <a:rPr lang="en-US" dirty="0"/>
              <a:t>CLICK TO EDIT MASTER TITLE STYLE</a:t>
            </a:r>
          </a:p>
        </p:txBody>
      </p:sp>
      <p:sp>
        <p:nvSpPr>
          <p:cNvPr id="5" name="Picture Placeholder 4">
            <a:extLst>
              <a:ext uri="{FF2B5EF4-FFF2-40B4-BE49-F238E27FC236}">
                <a16:creationId xmlns:a16="http://schemas.microsoft.com/office/drawing/2014/main" id="{346650F3-FE62-E3A1-C1F7-6A7E767D0045}"/>
              </a:ext>
            </a:extLst>
          </p:cNvPr>
          <p:cNvSpPr>
            <a:spLocks noGrp="1"/>
          </p:cNvSpPr>
          <p:nvPr>
            <p:ph type="pic" sz="quarter" idx="10"/>
          </p:nvPr>
        </p:nvSpPr>
        <p:spPr>
          <a:xfrm>
            <a:off x="1395412" y="653461"/>
            <a:ext cx="4597556" cy="5549900"/>
          </a:xfrm>
        </p:spPr>
        <p:txBody>
          <a:bodyPr/>
          <a:lstStyle/>
          <a:p>
            <a:r>
              <a:rPr lang="en-US"/>
              <a:t>Click icon to add picture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6696221" y="3127248"/>
            <a:ext cx="4834517" cy="3108960"/>
          </a:xfrm>
        </p:spPr>
        <p:txBody>
          <a:bodyPr lIns="0" tIns="0" rIns="0" bIns="0">
            <a:noAutofit/>
          </a:bodyPr>
          <a:lstStyle>
            <a:lvl1pPr marL="0" indent="0">
              <a:lnSpc>
                <a:spcPct val="120000"/>
              </a:lnSpc>
              <a:spcBef>
                <a:spcPts val="0"/>
              </a:spcBef>
              <a:spcAft>
                <a:spcPts val="1200"/>
              </a:spcAft>
              <a:buNone/>
              <a:defRPr sz="1800" cap="none"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4" name="Rectangle 3">
            <a:extLst>
              <a:ext uri="{FF2B5EF4-FFF2-40B4-BE49-F238E27FC236}">
                <a16:creationId xmlns:a16="http://schemas.microsoft.com/office/drawing/2014/main" id="{6D80952A-DC24-8DFB-F8E3-1AAC5A9D5F6C}"/>
              </a:ext>
            </a:extLst>
          </p:cNvPr>
          <p:cNvSpPr/>
          <p:nvPr userDrawn="1"/>
        </p:nvSpPr>
        <p:spPr>
          <a:xfrm>
            <a:off x="11792373" y="0"/>
            <a:ext cx="408811"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ooter Placeholder 1">
            <a:extLst>
              <a:ext uri="{FF2B5EF4-FFF2-40B4-BE49-F238E27FC236}">
                <a16:creationId xmlns:a16="http://schemas.microsoft.com/office/drawing/2014/main" id="{21A89689-0612-8B49-DF4A-1864B8558C5C}"/>
              </a:ext>
            </a:extLst>
          </p:cNvPr>
          <p:cNvSpPr>
            <a:spLocks noGrp="1"/>
          </p:cNvSpPr>
          <p:nvPr>
            <p:ph type="ftr" sz="quarter" idx="12"/>
          </p:nvPr>
        </p:nvSpPr>
        <p:spPr>
          <a:xfrm rot="16200000">
            <a:off x="8854442" y="2953511"/>
            <a:ext cx="6291068" cy="384048"/>
          </a:xfrm>
        </p:spPr>
        <p:txBody>
          <a:bodyPr/>
          <a:lstStyle/>
          <a:p>
            <a:r>
              <a:rPr lang="en-US" dirty="0"/>
              <a:t>Presentation Title</a:t>
            </a:r>
          </a:p>
        </p:txBody>
      </p:sp>
      <p:sp>
        <p:nvSpPr>
          <p:cNvPr id="13" name="Slide Number Placeholder 4">
            <a:extLst>
              <a:ext uri="{FF2B5EF4-FFF2-40B4-BE49-F238E27FC236}">
                <a16:creationId xmlns:a16="http://schemas.microsoft.com/office/drawing/2014/main" id="{2FE54DA2-6D33-7833-E646-95347EF8B9AD}"/>
              </a:ext>
            </a:extLst>
          </p:cNvPr>
          <p:cNvSpPr>
            <a:spLocks noGrp="1"/>
          </p:cNvSpPr>
          <p:nvPr>
            <p:ph type="sldNum" sz="quarter" idx="13"/>
          </p:nvPr>
        </p:nvSpPr>
        <p:spPr>
          <a:xfrm rot="16200000">
            <a:off x="11716512" y="6382510"/>
            <a:ext cx="566928" cy="384048"/>
          </a:xfrm>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2003179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ADE39F4-E652-D021-FAC3-9A057954548D}"/>
              </a:ext>
            </a:extLst>
          </p:cNvPr>
          <p:cNvSpPr/>
          <p:nvPr userDrawn="1"/>
        </p:nvSpPr>
        <p:spPr>
          <a:xfrm>
            <a:off x="0" y="0"/>
            <a:ext cx="4553712" cy="24323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22" name="Title 21">
            <a:extLst>
              <a:ext uri="{FF2B5EF4-FFF2-40B4-BE49-F238E27FC236}">
                <a16:creationId xmlns:a16="http://schemas.microsoft.com/office/drawing/2014/main" id="{993F1580-C478-6F3E-90EC-651483EF7BEF}"/>
              </a:ext>
            </a:extLst>
          </p:cNvPr>
          <p:cNvSpPr>
            <a:spLocks noGrp="1"/>
          </p:cNvSpPr>
          <p:nvPr>
            <p:ph type="title" hasCustomPrompt="1"/>
          </p:nvPr>
        </p:nvSpPr>
        <p:spPr>
          <a:xfrm>
            <a:off x="6693408" y="640080"/>
            <a:ext cx="5093208" cy="2189223"/>
          </a:xfrm>
        </p:spPr>
        <p:txBody>
          <a:bodyPr lIns="0" tIns="0" rIns="0" bIns="0" anchor="b">
            <a:noAutofit/>
          </a:bodyPr>
          <a:lstStyle>
            <a:lvl1pPr>
              <a:defRPr sz="3200" baseline="0">
                <a:solidFill>
                  <a:schemeClr val="tx1"/>
                </a:solidFill>
              </a:defRPr>
            </a:lvl1pPr>
          </a:lstStyle>
          <a:p>
            <a:r>
              <a:rPr lang="en-US" dirty="0"/>
              <a:t>CLICK TO EDIT MASTER TITLE STYLE</a:t>
            </a:r>
          </a:p>
        </p:txBody>
      </p:sp>
      <p:sp>
        <p:nvSpPr>
          <p:cNvPr id="6" name="Picture Placeholder 5">
            <a:extLst>
              <a:ext uri="{FF2B5EF4-FFF2-40B4-BE49-F238E27FC236}">
                <a16:creationId xmlns:a16="http://schemas.microsoft.com/office/drawing/2014/main" id="{5FBA0098-0696-799B-78DA-DBE833190D57}"/>
              </a:ext>
            </a:extLst>
          </p:cNvPr>
          <p:cNvSpPr>
            <a:spLocks noGrp="1"/>
          </p:cNvSpPr>
          <p:nvPr>
            <p:ph type="pic" sz="quarter" idx="11"/>
          </p:nvPr>
        </p:nvSpPr>
        <p:spPr>
          <a:xfrm>
            <a:off x="832104" y="640080"/>
            <a:ext cx="4727448" cy="5559552"/>
          </a:xfrm>
          <a:custGeom>
            <a:avLst/>
            <a:gdLst>
              <a:gd name="connsiteX0" fmla="*/ 0 w 4727448"/>
              <a:gd name="connsiteY0" fmla="*/ 0 h 5559552"/>
              <a:gd name="connsiteX1" fmla="*/ 4727448 w 4727448"/>
              <a:gd name="connsiteY1" fmla="*/ 0 h 5559552"/>
              <a:gd name="connsiteX2" fmla="*/ 4727448 w 4727448"/>
              <a:gd name="connsiteY2" fmla="*/ 2500529 h 5559552"/>
              <a:gd name="connsiteX3" fmla="*/ 4596278 w 4727448"/>
              <a:gd name="connsiteY3" fmla="*/ 2513752 h 5559552"/>
              <a:gd name="connsiteX4" fmla="*/ 4071308 w 4727448"/>
              <a:gd name="connsiteY4" fmla="*/ 3157867 h 5559552"/>
              <a:gd name="connsiteX5" fmla="*/ 4596278 w 4727448"/>
              <a:gd name="connsiteY5" fmla="*/ 3801983 h 5559552"/>
              <a:gd name="connsiteX6" fmla="*/ 4727448 w 4727448"/>
              <a:gd name="connsiteY6" fmla="*/ 3815206 h 5559552"/>
              <a:gd name="connsiteX7" fmla="*/ 4727448 w 4727448"/>
              <a:gd name="connsiteY7" fmla="*/ 5559552 h 5559552"/>
              <a:gd name="connsiteX8" fmla="*/ 0 w 4727448"/>
              <a:gd name="connsiteY8" fmla="*/ 5559552 h 5559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27448" h="5559552">
                <a:moveTo>
                  <a:pt x="0" y="0"/>
                </a:moveTo>
                <a:lnTo>
                  <a:pt x="4727448" y="0"/>
                </a:lnTo>
                <a:lnTo>
                  <a:pt x="4727448" y="2500529"/>
                </a:lnTo>
                <a:lnTo>
                  <a:pt x="4596278" y="2513752"/>
                </a:lnTo>
                <a:cubicBezTo>
                  <a:pt x="4296678" y="2575059"/>
                  <a:pt x="4071308" y="2840144"/>
                  <a:pt x="4071308" y="3157867"/>
                </a:cubicBezTo>
                <a:cubicBezTo>
                  <a:pt x="4071308" y="3475590"/>
                  <a:pt x="4296678" y="3740676"/>
                  <a:pt x="4596278" y="3801983"/>
                </a:cubicBezTo>
                <a:lnTo>
                  <a:pt x="4727448" y="3815206"/>
                </a:lnTo>
                <a:lnTo>
                  <a:pt x="4727448" y="5559552"/>
                </a:lnTo>
                <a:lnTo>
                  <a:pt x="0" y="5559552"/>
                </a:lnTo>
                <a:close/>
              </a:path>
            </a:pathLst>
          </a:custGeom>
          <a:solidFill>
            <a:schemeClr val="accent1">
              <a:lumMod val="20000"/>
              <a:lumOff val="80000"/>
            </a:schemeClr>
          </a:solidFill>
        </p:spPr>
        <p:txBody>
          <a:bodyPr wrap="square" anchor="ctr">
            <a:noAutofit/>
          </a:bodyPr>
          <a:lstStyle>
            <a:lvl1pPr algn="ctr">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93408" y="3145536"/>
            <a:ext cx="4306824" cy="2313432"/>
          </a:xfrm>
        </p:spPr>
        <p:txBody>
          <a:bodyPr lIns="0" tIns="0" rIns="0" bIns="0">
            <a:noAutofit/>
          </a:bodyPr>
          <a:lstStyle>
            <a:lvl1pPr marL="0" indent="0">
              <a:lnSpc>
                <a:spcPct val="120000"/>
              </a:lnSpc>
              <a:spcBef>
                <a:spcPts val="0"/>
              </a:spcBef>
              <a:spcAft>
                <a:spcPts val="1200"/>
              </a:spcAf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Oval 6">
            <a:extLst>
              <a:ext uri="{FF2B5EF4-FFF2-40B4-BE49-F238E27FC236}">
                <a16:creationId xmlns:a16="http://schemas.microsoft.com/office/drawing/2014/main" id="{9AF214F5-1EBC-DA96-F275-05A0133562D0}"/>
              </a:ext>
            </a:extLst>
          </p:cNvPr>
          <p:cNvSpPr/>
          <p:nvPr userDrawn="1"/>
        </p:nvSpPr>
        <p:spPr>
          <a:xfrm>
            <a:off x="4903412" y="3140474"/>
            <a:ext cx="1314946" cy="1314946"/>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and image">
    <p:spTree>
      <p:nvGrpSpPr>
        <p:cNvPr id="1" name=""/>
        <p:cNvGrpSpPr/>
        <p:nvPr/>
      </p:nvGrpSpPr>
      <p:grpSpPr>
        <a:xfrm>
          <a:off x="0" y="0"/>
          <a:ext cx="0" cy="0"/>
          <a:chOff x="0" y="0"/>
          <a:chExt cx="0" cy="0"/>
        </a:xfrm>
      </p:grpSpPr>
      <p:sp>
        <p:nvSpPr>
          <p:cNvPr id="5" name="Title 21">
            <a:extLst>
              <a:ext uri="{FF2B5EF4-FFF2-40B4-BE49-F238E27FC236}">
                <a16:creationId xmlns:a16="http://schemas.microsoft.com/office/drawing/2014/main" id="{592F592C-CC3F-8FC0-DAF8-24019474CAB1}"/>
              </a:ext>
            </a:extLst>
          </p:cNvPr>
          <p:cNvSpPr>
            <a:spLocks noGrp="1"/>
          </p:cNvSpPr>
          <p:nvPr>
            <p:ph type="title" hasCustomPrompt="1"/>
          </p:nvPr>
        </p:nvSpPr>
        <p:spPr>
          <a:xfrm>
            <a:off x="847383" y="1106424"/>
            <a:ext cx="6839712" cy="1746504"/>
          </a:xfrm>
        </p:spPr>
        <p:txBody>
          <a:bodyPr lIns="0" tIns="0" rIns="0" bIns="0" anchor="b">
            <a:noAutofit/>
          </a:bodyPr>
          <a:lstStyle>
            <a:lvl1pPr>
              <a:defRPr sz="3200" baseline="0">
                <a:latin typeface="+mj-lt"/>
              </a:defRPr>
            </a:lvl1pPr>
          </a:lstStyle>
          <a:p>
            <a:r>
              <a:rPr lang="en-US" dirty="0"/>
              <a:t>CLICK TO EDIT MASTER TITLE</a:t>
            </a:r>
          </a:p>
        </p:txBody>
      </p:sp>
      <p:sp>
        <p:nvSpPr>
          <p:cNvPr id="13" name="Text Placeholder 2">
            <a:extLst>
              <a:ext uri="{FF2B5EF4-FFF2-40B4-BE49-F238E27FC236}">
                <a16:creationId xmlns:a16="http://schemas.microsoft.com/office/drawing/2014/main" id="{ED5AF112-F5BD-9AA8-0E64-A6972333DDB1}"/>
              </a:ext>
            </a:extLst>
          </p:cNvPr>
          <p:cNvSpPr>
            <a:spLocks noGrp="1"/>
          </p:cNvSpPr>
          <p:nvPr>
            <p:ph type="body" idx="1"/>
          </p:nvPr>
        </p:nvSpPr>
        <p:spPr>
          <a:xfrm>
            <a:off x="850392" y="3236976"/>
            <a:ext cx="5248656" cy="2660904"/>
          </a:xfrm>
        </p:spPr>
        <p:txBody>
          <a:bodyPr lIns="0" tIns="0" rIns="0" bIns="0">
            <a:noAutofit/>
          </a:bodyPr>
          <a:lstStyle>
            <a:lvl1pPr marL="0" indent="0">
              <a:lnSpc>
                <a:spcPct val="120000"/>
              </a:lnSpc>
              <a:spcBef>
                <a:spcPts val="0"/>
              </a:spcBef>
              <a:spcAft>
                <a:spcPts val="1200"/>
              </a:spcAft>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Picture Placeholder 8">
            <a:extLst>
              <a:ext uri="{FF2B5EF4-FFF2-40B4-BE49-F238E27FC236}">
                <a16:creationId xmlns:a16="http://schemas.microsoft.com/office/drawing/2014/main" id="{DD9A5508-A146-4C36-FF14-5B78325C526D}"/>
              </a:ext>
            </a:extLst>
          </p:cNvPr>
          <p:cNvSpPr>
            <a:spLocks noGrp="1"/>
          </p:cNvSpPr>
          <p:nvPr>
            <p:ph type="pic" sz="quarter" idx="12"/>
          </p:nvPr>
        </p:nvSpPr>
        <p:spPr>
          <a:xfrm>
            <a:off x="7680960" y="804672"/>
            <a:ext cx="3475649" cy="5248656"/>
          </a:xfrm>
          <a:solidFill>
            <a:schemeClr val="accent1">
              <a:lumMod val="20000"/>
              <a:lumOff val="80000"/>
            </a:schemeClr>
          </a:solidFill>
        </p:spPr>
        <p:txBody>
          <a:bodyPr anchor="ctr"/>
          <a:lstStyle>
            <a:lvl1pPr algn="ctr">
              <a:defRPr/>
            </a:lvl1pPr>
          </a:lstStyle>
          <a:p>
            <a:r>
              <a:rPr lang="en-US"/>
              <a:t>Click icon to add picture</a:t>
            </a:r>
            <a:endParaRPr lang="en-US" dirty="0"/>
          </a:p>
        </p:txBody>
      </p:sp>
      <p:sp>
        <p:nvSpPr>
          <p:cNvPr id="3" name="Footer Placeholder 2">
            <a:extLst>
              <a:ext uri="{FF2B5EF4-FFF2-40B4-BE49-F238E27FC236}">
                <a16:creationId xmlns:a16="http://schemas.microsoft.com/office/drawing/2014/main" id="{8DE7E217-DB17-AA1B-8753-DBFDF42AB32F}"/>
              </a:ext>
            </a:extLst>
          </p:cNvPr>
          <p:cNvSpPr>
            <a:spLocks noGrp="1"/>
          </p:cNvSpPr>
          <p:nvPr>
            <p:ph type="ftr" sz="quarter" idx="10"/>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CD6FA3F1-16D7-20B8-B929-59317A576C99}"/>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830579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subtitle">
    <p:spTree>
      <p:nvGrpSpPr>
        <p:cNvPr id="1" name=""/>
        <p:cNvGrpSpPr/>
        <p:nvPr/>
      </p:nvGrpSpPr>
      <p:grpSpPr>
        <a:xfrm>
          <a:off x="0" y="0"/>
          <a:ext cx="0" cy="0"/>
          <a:chOff x="0" y="0"/>
          <a:chExt cx="0" cy="0"/>
        </a:xfrm>
      </p:grpSpPr>
      <p:pic>
        <p:nvPicPr>
          <p:cNvPr id="37" name="Picture 36" descr="A picture containing accessory&#10;&#10;Description automatically generated">
            <a:extLst>
              <a:ext uri="{FF2B5EF4-FFF2-40B4-BE49-F238E27FC236}">
                <a16:creationId xmlns:a16="http://schemas.microsoft.com/office/drawing/2014/main" id="{C36ADBF6-BB82-4096-70C0-7517A47A412F}"/>
              </a:ext>
            </a:extLst>
          </p:cNvPr>
          <p:cNvPicPr>
            <a:picLocks noChangeAspect="1"/>
          </p:cNvPicPr>
          <p:nvPr userDrawn="1"/>
        </p:nvPicPr>
        <p:blipFill>
          <a:blip r:embed="rId2" cstate="print">
            <a:grayscl/>
            <a:extLst>
              <a:ext uri="{BEBA8EAE-BF5A-486C-A8C5-ECC9F3942E4B}">
                <a14:imgProps xmlns:a14="http://schemas.microsoft.com/office/drawing/2010/main">
                  <a14:imgLayer r:embed="rId3">
                    <a14:imgEffect>
                      <a14:colorTemperature colorTemp="4700"/>
                    </a14:imgEffect>
                    <a14:imgEffect>
                      <a14:saturation sat="33000"/>
                    </a14:imgEffect>
                    <a14:imgEffect>
                      <a14:brightnessContrast contrast="40000"/>
                    </a14:imgEffect>
                  </a14:imgLayer>
                </a14:imgProps>
              </a:ext>
              <a:ext uri="{28A0092B-C50C-407E-A947-70E740481C1C}">
                <a14:useLocalDpi xmlns:a14="http://schemas.microsoft.com/office/drawing/2010/main"/>
              </a:ext>
            </a:extLst>
          </a:blip>
          <a:srcRect r="21975" b="1533"/>
          <a:stretch>
            <a:fillRect/>
          </a:stretch>
        </p:blipFill>
        <p:spPr>
          <a:xfrm rot="8325578">
            <a:off x="-1775001" y="-1607470"/>
            <a:ext cx="10567962" cy="8905077"/>
          </a:xfrm>
          <a:custGeom>
            <a:avLst/>
            <a:gdLst>
              <a:gd name="connsiteX0" fmla="*/ 6047036 w 10567962"/>
              <a:gd name="connsiteY0" fmla="*/ 8905077 h 8905077"/>
              <a:gd name="connsiteX1" fmla="*/ 0 w 10567962"/>
              <a:gd name="connsiteY1" fmla="*/ 3603767 h 8905077"/>
              <a:gd name="connsiteX2" fmla="*/ 0 w 10567962"/>
              <a:gd name="connsiteY2" fmla="*/ 0 h 8905077"/>
              <a:gd name="connsiteX3" fmla="*/ 6292508 w 10567962"/>
              <a:gd name="connsiteY3" fmla="*/ 0 h 8905077"/>
              <a:gd name="connsiteX4" fmla="*/ 10567962 w 10567962"/>
              <a:gd name="connsiteY4" fmla="*/ 3748201 h 8905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67962" h="8905077">
                <a:moveTo>
                  <a:pt x="6047036" y="8905077"/>
                </a:moveTo>
                <a:lnTo>
                  <a:pt x="0" y="3603767"/>
                </a:lnTo>
                <a:lnTo>
                  <a:pt x="0" y="0"/>
                </a:lnTo>
                <a:lnTo>
                  <a:pt x="6292508" y="0"/>
                </a:lnTo>
                <a:lnTo>
                  <a:pt x="10567962" y="3748201"/>
                </a:lnTo>
                <a:close/>
              </a:path>
            </a:pathLst>
          </a:custGeom>
        </p:spPr>
      </p:pic>
      <p:sp>
        <p:nvSpPr>
          <p:cNvPr id="14" name="Freeform 13">
            <a:extLst>
              <a:ext uri="{FF2B5EF4-FFF2-40B4-BE49-F238E27FC236}">
                <a16:creationId xmlns:a16="http://schemas.microsoft.com/office/drawing/2014/main" id="{FA127B08-9EC5-3FDF-B7CC-DF3587255E18}"/>
              </a:ext>
            </a:extLst>
          </p:cNvPr>
          <p:cNvSpPr/>
          <p:nvPr userDrawn="1"/>
        </p:nvSpPr>
        <p:spPr>
          <a:xfrm>
            <a:off x="925160" y="4144752"/>
            <a:ext cx="4788322" cy="2713249"/>
          </a:xfrm>
          <a:custGeom>
            <a:avLst/>
            <a:gdLst>
              <a:gd name="connsiteX0" fmla="*/ 2394161 w 4788322"/>
              <a:gd name="connsiteY0" fmla="*/ 0 h 2713249"/>
              <a:gd name="connsiteX1" fmla="*/ 4788322 w 4788322"/>
              <a:gd name="connsiteY1" fmla="*/ 2394161 h 2713249"/>
              <a:gd name="connsiteX2" fmla="*/ 4775962 w 4788322"/>
              <a:gd name="connsiteY2" fmla="*/ 2638950 h 2713249"/>
              <a:gd name="connsiteX3" fmla="*/ 4764622 w 4788322"/>
              <a:gd name="connsiteY3" fmla="*/ 2713249 h 2713249"/>
              <a:gd name="connsiteX4" fmla="*/ 23700 w 4788322"/>
              <a:gd name="connsiteY4" fmla="*/ 2713249 h 2713249"/>
              <a:gd name="connsiteX5" fmla="*/ 12361 w 4788322"/>
              <a:gd name="connsiteY5" fmla="*/ 2638950 h 2713249"/>
              <a:gd name="connsiteX6" fmla="*/ 0 w 4788322"/>
              <a:gd name="connsiteY6" fmla="*/ 2394161 h 2713249"/>
              <a:gd name="connsiteX7" fmla="*/ 2394161 w 4788322"/>
              <a:gd name="connsiteY7" fmla="*/ 0 h 271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8322" h="2713249">
                <a:moveTo>
                  <a:pt x="2394161" y="0"/>
                </a:moveTo>
                <a:cubicBezTo>
                  <a:pt x="3716420" y="0"/>
                  <a:pt x="4788322" y="1071902"/>
                  <a:pt x="4788322" y="2394161"/>
                </a:cubicBezTo>
                <a:cubicBezTo>
                  <a:pt x="4788322" y="2476803"/>
                  <a:pt x="4784135" y="2558466"/>
                  <a:pt x="4775962" y="2638950"/>
                </a:cubicBezTo>
                <a:lnTo>
                  <a:pt x="4764622" y="2713249"/>
                </a:lnTo>
                <a:lnTo>
                  <a:pt x="23700" y="2713249"/>
                </a:lnTo>
                <a:lnTo>
                  <a:pt x="12361" y="2638950"/>
                </a:lnTo>
                <a:cubicBezTo>
                  <a:pt x="4187" y="2558466"/>
                  <a:pt x="0" y="2476803"/>
                  <a:pt x="0" y="2394161"/>
                </a:cubicBezTo>
                <a:cubicBezTo>
                  <a:pt x="0" y="1071902"/>
                  <a:pt x="1071902" y="0"/>
                  <a:pt x="2394161" y="0"/>
                </a:cubicBezTo>
                <a:close/>
              </a:path>
            </a:pathLst>
          </a:custGeom>
          <a:solidFill>
            <a:schemeClr val="accent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10" name="Title 1">
            <a:extLst>
              <a:ext uri="{FF2B5EF4-FFF2-40B4-BE49-F238E27FC236}">
                <a16:creationId xmlns:a16="http://schemas.microsoft.com/office/drawing/2014/main" id="{0651D38D-DD64-4914-C669-30AA47A5AF3A}"/>
              </a:ext>
            </a:extLst>
          </p:cNvPr>
          <p:cNvSpPr>
            <a:spLocks noGrp="1"/>
          </p:cNvSpPr>
          <p:nvPr>
            <p:ph type="title" hasCustomPrompt="1"/>
          </p:nvPr>
        </p:nvSpPr>
        <p:spPr>
          <a:xfrm>
            <a:off x="6693408" y="1325880"/>
            <a:ext cx="5093208" cy="2816352"/>
          </a:xfrm>
        </p:spPr>
        <p:txBody>
          <a:bodyPr lIns="0" tIns="0" rIns="0" bIns="0" anchor="b">
            <a:noAutofit/>
          </a:bodyPr>
          <a:lstStyle>
            <a:lvl1pPr>
              <a:defRPr sz="3200" cap="all" baseline="0"/>
            </a:lvl1pPr>
          </a:lstStyle>
          <a:p>
            <a:r>
              <a:rPr lang="en-US" dirty="0"/>
              <a:t>CLICK TO EDIT MASTER TITLE STYLE</a:t>
            </a:r>
          </a:p>
        </p:txBody>
      </p:sp>
      <p:sp>
        <p:nvSpPr>
          <p:cNvPr id="12" name="Subtitle 2">
            <a:extLst>
              <a:ext uri="{FF2B5EF4-FFF2-40B4-BE49-F238E27FC236}">
                <a16:creationId xmlns:a16="http://schemas.microsoft.com/office/drawing/2014/main" id="{5A8DA7F4-A65E-7F16-9966-719CC1CE28D2}"/>
              </a:ext>
            </a:extLst>
          </p:cNvPr>
          <p:cNvSpPr>
            <a:spLocks noGrp="1"/>
          </p:cNvSpPr>
          <p:nvPr>
            <p:ph type="subTitle" idx="1"/>
          </p:nvPr>
        </p:nvSpPr>
        <p:spPr>
          <a:xfrm>
            <a:off x="6693408" y="4462272"/>
            <a:ext cx="3995928" cy="1956816"/>
          </a:xfrm>
        </p:spPr>
        <p:txBody>
          <a:bodyPr lIns="0" tIns="0" rIns="0" bIns="0">
            <a:noAutofit/>
          </a:bodyPr>
          <a:lstStyle>
            <a:lvl1pPr marL="0" indent="0" algn="l">
              <a:lnSpc>
                <a:spcPct val="120000"/>
              </a:lnSpc>
              <a:spcBef>
                <a:spcPts val="0"/>
              </a:spcBef>
              <a:spcAft>
                <a:spcPts val="1200"/>
              </a:spcAft>
              <a:buNone/>
              <a:defRPr sz="1800" cap="none" spc="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Rectangle 1">
            <a:extLst>
              <a:ext uri="{FF2B5EF4-FFF2-40B4-BE49-F238E27FC236}">
                <a16:creationId xmlns:a16="http://schemas.microsoft.com/office/drawing/2014/main" id="{7FD6A538-39F8-D45E-F4C1-38779C640BBC}"/>
              </a:ext>
            </a:extLst>
          </p:cNvPr>
          <p:cNvSpPr/>
          <p:nvPr userDrawn="1"/>
        </p:nvSpPr>
        <p:spPr>
          <a:xfrm>
            <a:off x="11792373" y="0"/>
            <a:ext cx="408811"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77806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14" name="Freeform 10">
            <a:extLst>
              <a:ext uri="{FF2B5EF4-FFF2-40B4-BE49-F238E27FC236}">
                <a16:creationId xmlns:a16="http://schemas.microsoft.com/office/drawing/2014/main" id="{AB86DE8E-78DF-CA66-5AED-C7FF0CCF03CD}"/>
              </a:ext>
              <a:ext uri="{C183D7F6-B498-43B3-948B-1728B52AA6E4}">
                <adec:decorative xmlns:adec="http://schemas.microsoft.com/office/drawing/2017/decorative" val="1"/>
              </a:ext>
            </a:extLst>
          </p:cNvPr>
          <p:cNvSpPr/>
          <p:nvPr userDrawn="1"/>
        </p:nvSpPr>
        <p:spPr>
          <a:xfrm>
            <a:off x="4410512" y="4010866"/>
            <a:ext cx="5056094" cy="2847135"/>
          </a:xfrm>
          <a:custGeom>
            <a:avLst/>
            <a:gdLst>
              <a:gd name="connsiteX0" fmla="*/ 2528047 w 5056094"/>
              <a:gd name="connsiteY0" fmla="*/ 0 h 2847135"/>
              <a:gd name="connsiteX1" fmla="*/ 5056094 w 5056094"/>
              <a:gd name="connsiteY1" fmla="*/ 2528047 h 2847135"/>
              <a:gd name="connsiteX2" fmla="*/ 5043042 w 5056094"/>
              <a:gd name="connsiteY2" fmla="*/ 2786525 h 2847135"/>
              <a:gd name="connsiteX3" fmla="*/ 5033792 w 5056094"/>
              <a:gd name="connsiteY3" fmla="*/ 2847135 h 2847135"/>
              <a:gd name="connsiteX4" fmla="*/ 22302 w 5056094"/>
              <a:gd name="connsiteY4" fmla="*/ 2847135 h 2847135"/>
              <a:gd name="connsiteX5" fmla="*/ 13052 w 5056094"/>
              <a:gd name="connsiteY5" fmla="*/ 2786525 h 2847135"/>
              <a:gd name="connsiteX6" fmla="*/ 0 w 5056094"/>
              <a:gd name="connsiteY6" fmla="*/ 2528047 h 2847135"/>
              <a:gd name="connsiteX7" fmla="*/ 2528047 w 5056094"/>
              <a:gd name="connsiteY7" fmla="*/ 0 h 284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56094" h="2847135">
                <a:moveTo>
                  <a:pt x="2528047" y="0"/>
                </a:moveTo>
                <a:cubicBezTo>
                  <a:pt x="3924249" y="0"/>
                  <a:pt x="5056094" y="1131845"/>
                  <a:pt x="5056094" y="2528047"/>
                </a:cubicBezTo>
                <a:cubicBezTo>
                  <a:pt x="5056094" y="2615310"/>
                  <a:pt x="5051673" y="2701540"/>
                  <a:pt x="5043042" y="2786525"/>
                </a:cubicBezTo>
                <a:lnTo>
                  <a:pt x="5033792" y="2847135"/>
                </a:lnTo>
                <a:lnTo>
                  <a:pt x="22302" y="2847135"/>
                </a:lnTo>
                <a:lnTo>
                  <a:pt x="13052" y="2786525"/>
                </a:lnTo>
                <a:cubicBezTo>
                  <a:pt x="4422" y="2701540"/>
                  <a:pt x="0" y="2615310"/>
                  <a:pt x="0" y="2528047"/>
                </a:cubicBezTo>
                <a:cubicBezTo>
                  <a:pt x="0" y="1131845"/>
                  <a:pt x="1131845" y="0"/>
                  <a:pt x="2528047" y="0"/>
                </a:cubicBezTo>
                <a:close/>
              </a:path>
            </a:pathLst>
          </a:custGeom>
          <a:solidFill>
            <a:schemeClr val="accent1">
              <a:alpha val="8969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pic>
        <p:nvPicPr>
          <p:cNvPr id="15" name="Picture 14" descr="Modern house with cubic design">
            <a:extLst>
              <a:ext uri="{FF2B5EF4-FFF2-40B4-BE49-F238E27FC236}">
                <a16:creationId xmlns:a16="http://schemas.microsoft.com/office/drawing/2014/main" id="{FE966628-FEAF-3BD3-2DC4-23A466ABB935}"/>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saturation sat="0"/>
                    </a14:imgEffect>
                    <a14:imgEffect>
                      <a14:brightnessContrast bright="12000" contrast="-17000"/>
                    </a14:imgEffect>
                  </a14:imgLayer>
                </a14:imgProps>
              </a:ext>
              <a:ext uri="{28A0092B-C50C-407E-A947-70E740481C1C}">
                <a14:useLocalDpi xmlns:a14="http://schemas.microsoft.com/office/drawing/2010/main"/>
              </a:ext>
            </a:extLst>
          </a:blip>
          <a:srcRect l="-406" r="17667" b="23487"/>
          <a:stretch/>
        </p:blipFill>
        <p:spPr>
          <a:xfrm>
            <a:off x="4124294" y="2125402"/>
            <a:ext cx="7678065" cy="4732598"/>
          </a:xfrm>
          <a:prstGeom prst="rect">
            <a:avLst/>
          </a:prstGeom>
        </p:spPr>
      </p:pic>
      <p:sp>
        <p:nvSpPr>
          <p:cNvPr id="2" name="Title 1">
            <a:extLst>
              <a:ext uri="{FF2B5EF4-FFF2-40B4-BE49-F238E27FC236}">
                <a16:creationId xmlns:a16="http://schemas.microsoft.com/office/drawing/2014/main" id="{20B5ED18-7A07-47F1-8056-CD86B076AFE2}"/>
              </a:ext>
            </a:extLst>
          </p:cNvPr>
          <p:cNvSpPr>
            <a:spLocks noGrp="1"/>
          </p:cNvSpPr>
          <p:nvPr>
            <p:ph type="title" hasCustomPrompt="1"/>
          </p:nvPr>
        </p:nvSpPr>
        <p:spPr>
          <a:xfrm>
            <a:off x="850392" y="420624"/>
            <a:ext cx="10954512" cy="1463040"/>
          </a:xfrm>
        </p:spPr>
        <p:txBody>
          <a:bodyPr lIns="0" tIns="0" rIns="0" bIns="0" anchor="b">
            <a:noAutofit/>
          </a:bodyPr>
          <a:lstStyle>
            <a:lvl1pPr>
              <a:lnSpc>
                <a:spcPct val="100000"/>
              </a:lnSpc>
              <a:defRPr sz="3200" b="0" i="0" spc="600" baseline="0">
                <a:latin typeface="+mj-lt"/>
              </a:defRPr>
            </a:lvl1pPr>
          </a:lstStyle>
          <a:p>
            <a:r>
              <a:rPr lang="en-US" dirty="0"/>
              <a:t>CLICK TO EDIT MASTER TITLE STYLE</a:t>
            </a:r>
          </a:p>
        </p:txBody>
      </p:sp>
      <p:sp>
        <p:nvSpPr>
          <p:cNvPr id="6" name="Text Placeholder 5">
            <a:extLst>
              <a:ext uri="{FF2B5EF4-FFF2-40B4-BE49-F238E27FC236}">
                <a16:creationId xmlns:a16="http://schemas.microsoft.com/office/drawing/2014/main" id="{1BD9CFE2-F1DE-34DA-A154-9AE903E5B7FC}"/>
              </a:ext>
            </a:extLst>
          </p:cNvPr>
          <p:cNvSpPr>
            <a:spLocks noGrp="1"/>
          </p:cNvSpPr>
          <p:nvPr>
            <p:ph type="body" sz="quarter" idx="12"/>
          </p:nvPr>
        </p:nvSpPr>
        <p:spPr>
          <a:xfrm>
            <a:off x="850899" y="2231136"/>
            <a:ext cx="4828032" cy="3566160"/>
          </a:xfrm>
        </p:spPr>
        <p:txBody>
          <a:bodyPr/>
          <a:lstStyle>
            <a:lvl1pPr marL="283464" indent="-283464">
              <a:lnSpc>
                <a:spcPct val="120000"/>
              </a:lnSpc>
              <a:spcBef>
                <a:spcPts val="0"/>
              </a:spcBef>
              <a:spcAft>
                <a:spcPts val="1200"/>
              </a:spcAft>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2C310569-B083-466A-F24B-8C44360B4EC2}"/>
              </a:ext>
            </a:extLst>
          </p:cNvPr>
          <p:cNvSpPr>
            <a:spLocks noGrp="1"/>
          </p:cNvSpPr>
          <p:nvPr>
            <p:ph type="ftr" sz="quarter" idx="10"/>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75FB78C1-0CD8-FD34-E7BB-B8F6E296A443}"/>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1D5B031-92C7-C093-2551-D07457044EAC}"/>
              </a:ext>
            </a:extLst>
          </p:cNvPr>
          <p:cNvGrpSpPr/>
          <p:nvPr userDrawn="1"/>
        </p:nvGrpSpPr>
        <p:grpSpPr>
          <a:xfrm>
            <a:off x="-1" y="-2"/>
            <a:ext cx="12191610" cy="6858001"/>
            <a:chOff x="-1" y="-2"/>
            <a:chExt cx="12191610" cy="6858001"/>
          </a:xfrm>
        </p:grpSpPr>
        <p:pic>
          <p:nvPicPr>
            <p:cNvPr id="4" name="Picture Placeholder 14" descr="White modern architecture">
              <a:extLst>
                <a:ext uri="{FF2B5EF4-FFF2-40B4-BE49-F238E27FC236}">
                  <a16:creationId xmlns:a16="http://schemas.microsoft.com/office/drawing/2014/main" id="{21A49D77-8AEF-828A-03A8-2845B710DEEA}"/>
                </a:ext>
              </a:extLst>
            </p:cNvPr>
            <p:cNvPicPr>
              <a:picLocks noChangeAspect="1"/>
            </p:cNvPicPr>
            <p:nvPr/>
          </p:nvPicPr>
          <p:blipFill rotWithShape="1">
            <a:blip r:embed="rId2" cstate="print">
              <a:grayscl/>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a:ext>
              </a:extLst>
            </a:blip>
            <a:srcRect/>
            <a:stretch/>
          </p:blipFill>
          <p:spPr>
            <a:xfrm rot="10800000">
              <a:off x="6155702" y="-2"/>
              <a:ext cx="6035907" cy="6858001"/>
            </a:xfrm>
            <a:prstGeom prst="rect">
              <a:avLst/>
            </a:prstGeom>
            <a:solidFill>
              <a:schemeClr val="accent1">
                <a:lumMod val="20000"/>
                <a:lumOff val="80000"/>
              </a:schemeClr>
            </a:solidFill>
          </p:spPr>
        </p:pic>
        <p:pic>
          <p:nvPicPr>
            <p:cNvPr id="5" name="Picture Placeholder 14" descr="White modern architecture">
              <a:extLst>
                <a:ext uri="{FF2B5EF4-FFF2-40B4-BE49-F238E27FC236}">
                  <a16:creationId xmlns:a16="http://schemas.microsoft.com/office/drawing/2014/main" id="{206EA98F-16E6-C607-6268-D08FD83B704F}"/>
                </a:ext>
              </a:extLst>
            </p:cNvPr>
            <p:cNvPicPr>
              <a:picLocks noChangeAspect="1"/>
            </p:cNvPicPr>
            <p:nvPr/>
          </p:nvPicPr>
          <p:blipFill rotWithShape="1">
            <a:blip r:embed="rId2" cstate="print">
              <a:grayscl/>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a:ext>
              </a:extLst>
            </a:blip>
            <a:srcRect/>
            <a:stretch/>
          </p:blipFill>
          <p:spPr>
            <a:xfrm rot="10800000">
              <a:off x="-1" y="-2"/>
              <a:ext cx="6035907" cy="6858001"/>
            </a:xfrm>
            <a:prstGeom prst="rect">
              <a:avLst/>
            </a:prstGeom>
            <a:solidFill>
              <a:schemeClr val="accent1">
                <a:lumMod val="20000"/>
                <a:lumOff val="80000"/>
              </a:schemeClr>
            </a:solidFill>
          </p:spPr>
        </p:pic>
      </p:grpSp>
      <p:sp>
        <p:nvSpPr>
          <p:cNvPr id="7" name="Title 6">
            <a:extLst>
              <a:ext uri="{FF2B5EF4-FFF2-40B4-BE49-F238E27FC236}">
                <a16:creationId xmlns:a16="http://schemas.microsoft.com/office/drawing/2014/main" id="{7E6947B8-AA10-E633-EF28-E1A80069E880}"/>
              </a:ext>
            </a:extLst>
          </p:cNvPr>
          <p:cNvSpPr>
            <a:spLocks noGrp="1"/>
          </p:cNvSpPr>
          <p:nvPr>
            <p:ph type="title" hasCustomPrompt="1"/>
          </p:nvPr>
        </p:nvSpPr>
        <p:spPr>
          <a:xfrm>
            <a:off x="2648932" y="0"/>
            <a:ext cx="6894136" cy="6894136"/>
          </a:xfrm>
          <a:custGeom>
            <a:avLst/>
            <a:gdLst>
              <a:gd name="connsiteX0" fmla="*/ 3447068 w 6894136"/>
              <a:gd name="connsiteY0" fmla="*/ 0 h 6894136"/>
              <a:gd name="connsiteX1" fmla="*/ 6894136 w 6894136"/>
              <a:gd name="connsiteY1" fmla="*/ 3447068 h 6894136"/>
              <a:gd name="connsiteX2" fmla="*/ 3447068 w 6894136"/>
              <a:gd name="connsiteY2" fmla="*/ 6894136 h 6894136"/>
              <a:gd name="connsiteX3" fmla="*/ 0 w 6894136"/>
              <a:gd name="connsiteY3" fmla="*/ 3447068 h 6894136"/>
              <a:gd name="connsiteX4" fmla="*/ 3447068 w 6894136"/>
              <a:gd name="connsiteY4" fmla="*/ 0 h 6894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94136" h="6894136">
                <a:moveTo>
                  <a:pt x="3447068" y="0"/>
                </a:moveTo>
                <a:cubicBezTo>
                  <a:pt x="5350831" y="0"/>
                  <a:pt x="6894136" y="1543305"/>
                  <a:pt x="6894136" y="3447068"/>
                </a:cubicBezTo>
                <a:cubicBezTo>
                  <a:pt x="6894136" y="5350831"/>
                  <a:pt x="5350831" y="6894136"/>
                  <a:pt x="3447068" y="6894136"/>
                </a:cubicBezTo>
                <a:cubicBezTo>
                  <a:pt x="1543305" y="6894136"/>
                  <a:pt x="0" y="5350831"/>
                  <a:pt x="0" y="3447068"/>
                </a:cubicBezTo>
                <a:cubicBezTo>
                  <a:pt x="0" y="1543305"/>
                  <a:pt x="1543305" y="0"/>
                  <a:pt x="3447068" y="0"/>
                </a:cubicBezTo>
                <a:close/>
              </a:path>
            </a:pathLst>
          </a:custGeom>
          <a:solidFill>
            <a:schemeClr val="accent1"/>
          </a:solidFill>
        </p:spPr>
        <p:txBody>
          <a:bodyPr wrap="square" lIns="0" tIns="0" rIns="0" bIns="0" anchor="ctr">
            <a:noAutofit/>
          </a:bodyPr>
          <a:lstStyle>
            <a:lvl1pPr algn="ctr">
              <a:defRPr sz="4500" cap="all" baseline="0"/>
            </a:lvl1pPr>
          </a:lstStyle>
          <a:p>
            <a:r>
              <a:rPr lang="en-US" dirty="0"/>
              <a:t>CLICK TO EDIT MASTER TITLE STYLE</a:t>
            </a:r>
          </a:p>
        </p:txBody>
      </p:sp>
    </p:spTree>
    <p:extLst>
      <p:ext uri="{BB962C8B-B14F-4D97-AF65-F5344CB8AC3E}">
        <p14:creationId xmlns:p14="http://schemas.microsoft.com/office/powerpoint/2010/main" val="1547736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hasCustomPrompt="1"/>
          </p:nvPr>
        </p:nvSpPr>
        <p:spPr>
          <a:xfrm>
            <a:off x="846879" y="868680"/>
            <a:ext cx="5248656" cy="2157984"/>
          </a:xfrm>
        </p:spPr>
        <p:txBody>
          <a:bodyPr lIns="0" tIns="0" rIns="0" bIns="0">
            <a:noAutofit/>
          </a:bodyPr>
          <a:lstStyle>
            <a:lvl1pPr>
              <a:defRPr sz="3200" baseline="0"/>
            </a:lvl1pPr>
          </a:lstStyle>
          <a:p>
            <a:r>
              <a:rPr lang="en-US" dirty="0"/>
              <a:t>CLICK TO EDIT MASTER TITLE STYLE</a:t>
            </a:r>
          </a:p>
        </p:txBody>
      </p:sp>
      <p:sp>
        <p:nvSpPr>
          <p:cNvPr id="14" name="Picture Placeholder 13">
            <a:extLst>
              <a:ext uri="{FF2B5EF4-FFF2-40B4-BE49-F238E27FC236}">
                <a16:creationId xmlns:a16="http://schemas.microsoft.com/office/drawing/2014/main" id="{B075B629-22B4-B399-5D07-4652BF682138}"/>
              </a:ext>
            </a:extLst>
          </p:cNvPr>
          <p:cNvSpPr>
            <a:spLocks noGrp="1"/>
          </p:cNvSpPr>
          <p:nvPr>
            <p:ph type="pic" sz="quarter" idx="13"/>
          </p:nvPr>
        </p:nvSpPr>
        <p:spPr>
          <a:xfrm>
            <a:off x="0" y="3159126"/>
            <a:ext cx="4577463" cy="3698875"/>
          </a:xfrm>
          <a:custGeom>
            <a:avLst/>
            <a:gdLst>
              <a:gd name="connsiteX0" fmla="*/ 1934275 w 4577463"/>
              <a:gd name="connsiteY0" fmla="*/ 0 h 3698875"/>
              <a:gd name="connsiteX1" fmla="*/ 4577463 w 4577463"/>
              <a:gd name="connsiteY1" fmla="*/ 2643188 h 3698875"/>
              <a:gd name="connsiteX2" fmla="*/ 4369748 w 4577463"/>
              <a:gd name="connsiteY2" fmla="*/ 3672036 h 3698875"/>
              <a:gd name="connsiteX3" fmla="*/ 4356819 w 4577463"/>
              <a:gd name="connsiteY3" fmla="*/ 3698875 h 3698875"/>
              <a:gd name="connsiteX4" fmla="*/ 0 w 4577463"/>
              <a:gd name="connsiteY4" fmla="*/ 3698875 h 3698875"/>
              <a:gd name="connsiteX5" fmla="*/ 0 w 4577463"/>
              <a:gd name="connsiteY5" fmla="*/ 845097 h 3698875"/>
              <a:gd name="connsiteX6" fmla="*/ 87814 w 4577463"/>
              <a:gd name="connsiteY6" fmla="*/ 751885 h 3698875"/>
              <a:gd name="connsiteX7" fmla="*/ 1934275 w 4577463"/>
              <a:gd name="connsiteY7" fmla="*/ 0 h 369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7463" h="3698875">
                <a:moveTo>
                  <a:pt x="1934275" y="0"/>
                </a:moveTo>
                <a:cubicBezTo>
                  <a:pt x="3394067" y="0"/>
                  <a:pt x="4577463" y="1183396"/>
                  <a:pt x="4577463" y="2643188"/>
                </a:cubicBezTo>
                <a:cubicBezTo>
                  <a:pt x="4577463" y="3008136"/>
                  <a:pt x="4503501" y="3355810"/>
                  <a:pt x="4369748" y="3672036"/>
                </a:cubicBezTo>
                <a:lnTo>
                  <a:pt x="4356819" y="3698875"/>
                </a:lnTo>
                <a:lnTo>
                  <a:pt x="0" y="3698875"/>
                </a:lnTo>
                <a:lnTo>
                  <a:pt x="0" y="845097"/>
                </a:lnTo>
                <a:lnTo>
                  <a:pt x="87814" y="751885"/>
                </a:lnTo>
                <a:cubicBezTo>
                  <a:pt x="564249" y="286676"/>
                  <a:pt x="1215784" y="0"/>
                  <a:pt x="1934275" y="0"/>
                </a:cubicBezTo>
                <a:close/>
              </a:path>
            </a:pathLst>
          </a:custGeom>
        </p:spPr>
        <p:txBody>
          <a:bodyPr wrap="square">
            <a:noAutofit/>
          </a:bodyPr>
          <a:lstStyle>
            <a:lvl1pPr algn="ctr">
              <a:defRPr/>
            </a:lvl1pPr>
          </a:lstStyle>
          <a:p>
            <a:r>
              <a:rPr lang="en-US"/>
              <a:t>Click icon to add picture</a:t>
            </a:r>
            <a:endParaRPr lang="en-US" dirty="0"/>
          </a:p>
        </p:txBody>
      </p:sp>
      <p:sp>
        <p:nvSpPr>
          <p:cNvPr id="5" name="Content Placeholder 3">
            <a:extLst>
              <a:ext uri="{FF2B5EF4-FFF2-40B4-BE49-F238E27FC236}">
                <a16:creationId xmlns:a16="http://schemas.microsoft.com/office/drawing/2014/main" id="{C1B16EE8-89D3-7E4F-90BE-68EAAD85CBB7}"/>
              </a:ext>
            </a:extLst>
          </p:cNvPr>
          <p:cNvSpPr>
            <a:spLocks noGrp="1"/>
          </p:cNvSpPr>
          <p:nvPr>
            <p:ph sz="half" idx="12"/>
          </p:nvPr>
        </p:nvSpPr>
        <p:spPr>
          <a:xfrm>
            <a:off x="6729984" y="786384"/>
            <a:ext cx="4617720" cy="2770632"/>
          </a:xfrm>
        </p:spPr>
        <p:txBody>
          <a:bodyPr lIns="0" tIns="0" rIns="0" bIns="0">
            <a:normAutofit/>
          </a:bodyPr>
          <a:lstStyle>
            <a:lvl1pPr>
              <a:lnSpc>
                <a:spcPct val="120000"/>
              </a:lnSpc>
              <a:spcBef>
                <a:spcPts val="0"/>
              </a:spcBef>
              <a:spcAft>
                <a:spcPts val="1200"/>
              </a:spcAft>
              <a:defRPr sz="1800" b="1" cap="all" baseline="0">
                <a:latin typeface="+mn-lt"/>
              </a:defRPr>
            </a:lvl1pPr>
            <a:lvl2pPr marL="0">
              <a:lnSpc>
                <a:spcPct val="120000"/>
              </a:lnSpc>
              <a:spcBef>
                <a:spcPts val="0"/>
              </a:spcBef>
              <a:spcAft>
                <a:spcPts val="1200"/>
              </a:spcAft>
              <a:defRPr>
                <a:latin typeface="+mn-lt"/>
              </a:defRPr>
            </a:lvl2pPr>
            <a:lvl3pPr marL="283464" indent="-342900">
              <a:lnSpc>
                <a:spcPct val="120000"/>
              </a:lnSpc>
              <a:buFont typeface="Arial" panose="020B0604020202020204" pitchFamily="34" charset="0"/>
              <a:buChar char="•"/>
              <a:defRPr>
                <a:latin typeface="+mn-lt"/>
              </a:defRPr>
            </a:lvl3pPr>
            <a:lvl4pPr marL="548640" indent="-285750">
              <a:lnSpc>
                <a:spcPct val="120000"/>
              </a:lnSpc>
              <a:buFont typeface="Arial" panose="020B0604020202020204" pitchFamily="34" charset="0"/>
              <a:buChar char="•"/>
              <a:defRPr>
                <a:latin typeface="+mn-lt"/>
              </a:defRPr>
            </a:lvl4pPr>
            <a:lvl5pPr marL="822960" indent="-285750">
              <a:lnSpc>
                <a:spcPct val="120000"/>
              </a:lnSpc>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729984" y="3858768"/>
            <a:ext cx="4617720" cy="2770632"/>
          </a:xfrm>
        </p:spPr>
        <p:txBody>
          <a:bodyPr lIns="0" tIns="0" rIns="0" bIns="0">
            <a:normAutofit/>
          </a:bodyPr>
          <a:lstStyle>
            <a:lvl1pPr>
              <a:lnSpc>
                <a:spcPct val="120000"/>
              </a:lnSpc>
              <a:spcBef>
                <a:spcPts val="0"/>
              </a:spcBef>
              <a:spcAft>
                <a:spcPts val="1200"/>
              </a:spcAft>
              <a:defRPr sz="1800" b="1" cap="all" baseline="0">
                <a:latin typeface="+mn-lt"/>
              </a:defRPr>
            </a:lvl1pPr>
            <a:lvl2pPr marL="283464" indent="-283464">
              <a:lnSpc>
                <a:spcPct val="120000"/>
              </a:lnSpc>
              <a:spcBef>
                <a:spcPts val="0"/>
              </a:spcBef>
              <a:spcAft>
                <a:spcPts val="1200"/>
              </a:spcAft>
              <a:buFont typeface="Arial" panose="020B0604020202020204" pitchFamily="34" charset="0"/>
              <a:buChar cha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EF04B56E-067D-C824-6EEB-3CCE57E4B5BA}"/>
              </a:ext>
            </a:extLst>
          </p:cNvPr>
          <p:cNvSpPr>
            <a:spLocks noGrp="1"/>
          </p:cNvSpPr>
          <p:nvPr>
            <p:ph type="ftr" sz="quarter" idx="10"/>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915DB247-3AE7-BCCA-E0CC-BC0FD69A7E6D}"/>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840231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250F21D-F2DD-7321-0EAB-DA9F671A2586}"/>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392" y="1837944"/>
            <a:ext cx="10085832" cy="1426464"/>
          </a:xfrm>
        </p:spPr>
        <p:txBody>
          <a:bodyPr lIns="0" tIns="45720" rIns="91440" bIns="4572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7731A911-7B7E-249D-2D6A-132D4B395A3C}"/>
              </a:ext>
            </a:extLst>
          </p:cNvPr>
          <p:cNvSpPr>
            <a:spLocks noGrp="1"/>
          </p:cNvSpPr>
          <p:nvPr>
            <p:ph sz="half" idx="12"/>
          </p:nvPr>
        </p:nvSpPr>
        <p:spPr>
          <a:xfrm>
            <a:off x="850392" y="3950208"/>
            <a:ext cx="10085832" cy="2331720"/>
          </a:xfrm>
        </p:spPr>
        <p:txBody>
          <a:bodyPr lIns="0" tIns="0" rIns="0" bIns="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1189482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250F21D-F2DD-7321-0EAB-DA9F671A2586}"/>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392" y="1837944"/>
            <a:ext cx="3941064" cy="4270248"/>
          </a:xfrm>
        </p:spPr>
        <p:txBody>
          <a:bodyPr lIns="91440" tIns="45720" rIns="91440" bIns="45720">
            <a:noAutofit/>
          </a:bodyPr>
          <a:lstStyle>
            <a:lvl1pPr>
              <a:lnSpc>
                <a:spcPct val="120000"/>
              </a:lnSpc>
              <a:spcBef>
                <a:spcPts val="0"/>
              </a:spcBef>
              <a:spcAft>
                <a:spcPts val="600"/>
              </a:spcAft>
              <a:defRPr sz="1800" b="1" cap="all" baseline="0">
                <a:latin typeface="+mn-lt"/>
              </a:defRPr>
            </a:lvl1pPr>
            <a:lvl2pPr marL="283464" indent="-285750">
              <a:lnSpc>
                <a:spcPct val="120000"/>
              </a:lnSpc>
              <a:spcBef>
                <a:spcPts val="0"/>
              </a:spcBef>
              <a:spcAft>
                <a:spcPts val="600"/>
              </a:spcAft>
              <a:buFont typeface="Arial" panose="020B0604020202020204" pitchFamily="34" charset="0"/>
              <a:buChar char="•"/>
              <a:defRPr sz="1800">
                <a:latin typeface="+mn-lt"/>
              </a:defRPr>
            </a:lvl2pPr>
            <a:lvl3pPr marL="54864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7731A911-7B7E-249D-2D6A-132D4B395A3C}"/>
              </a:ext>
            </a:extLst>
          </p:cNvPr>
          <p:cNvSpPr>
            <a:spLocks noGrp="1"/>
          </p:cNvSpPr>
          <p:nvPr>
            <p:ph sz="half" idx="12"/>
          </p:nvPr>
        </p:nvSpPr>
        <p:spPr>
          <a:xfrm>
            <a:off x="5614416" y="1837944"/>
            <a:ext cx="5358384" cy="4270248"/>
          </a:xfrm>
        </p:spPr>
        <p:txBody>
          <a:bodyPr lIns="0" tIns="0" rIns="0" bIns="0">
            <a:noAutofit/>
          </a:bodyPr>
          <a:lstStyle>
            <a:lvl1pPr>
              <a:lnSpc>
                <a:spcPct val="120000"/>
              </a:lnSpc>
              <a:spcBef>
                <a:spcPts val="0"/>
              </a:spcBef>
              <a:spcAft>
                <a:spcPts val="1200"/>
              </a:spcAft>
              <a:defRPr sz="1800">
                <a:latin typeface="+mn-lt"/>
              </a:defRPr>
            </a:lvl1pPr>
            <a:lvl2pPr>
              <a:defRPr sz="1800">
                <a:latin typeface="+mn-lt"/>
              </a:defRPr>
            </a:lvl2pPr>
            <a:lvl3pP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82632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5987AE2-5803-BA29-C76B-C9FA864D3F00}"/>
              </a:ext>
            </a:extLst>
          </p:cNvPr>
          <p:cNvSpPr>
            <a:spLocks noGrp="1"/>
          </p:cNvSpPr>
          <p:nvPr>
            <p:ph type="title" hasCustomPrompt="1"/>
          </p:nvPr>
        </p:nvSpPr>
        <p:spPr>
          <a:xfrm>
            <a:off x="850392" y="182880"/>
            <a:ext cx="10122632" cy="1307592"/>
          </a:xfrm>
        </p:spPr>
        <p:txBody>
          <a:bodyPr anchor="b">
            <a:noAutofit/>
          </a:bodyPr>
          <a:lstStyle>
            <a:lvl1pPr algn="l">
              <a:defRPr sz="3200" baseline="0"/>
            </a:lvl1pPr>
          </a:lstStyle>
          <a:p>
            <a:r>
              <a:rPr lang="en-US" dirty="0"/>
              <a:t>CLICK TO EDIT MASTER TITLE</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850168" y="1828800"/>
            <a:ext cx="10126362" cy="4351338"/>
          </a:xfrm>
        </p:spPr>
        <p:txBody>
          <a:bodyPr lIns="0" tIns="0" rIns="0" bIns="0">
            <a:noAutofit/>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68EECBEC-47C0-1CBF-96E7-318D53898471}"/>
              </a:ext>
            </a:extLst>
          </p:cNvPr>
          <p:cNvSpPr>
            <a:spLocks noGrp="1"/>
          </p:cNvSpPr>
          <p:nvPr>
            <p:ph type="ftr" sz="quarter" idx="10"/>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335D78F7-5CBD-4D51-970A-4C050848D62B}"/>
              </a:ext>
            </a:extLst>
          </p:cNvPr>
          <p:cNvSpPr>
            <a:spLocks noGrp="1"/>
          </p:cNvSpPr>
          <p:nvPr>
            <p:ph type="sldNum" sz="quarter" idx="11"/>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B8540B3-3734-5A53-D7E0-D89871A3711C}"/>
              </a:ext>
            </a:extLst>
          </p:cNvPr>
          <p:cNvSpPr>
            <a:spLocks noGrp="1"/>
          </p:cNvSpPr>
          <p:nvPr>
            <p:ph type="title" hasCustomPrompt="1"/>
          </p:nvPr>
        </p:nvSpPr>
        <p:spPr>
          <a:xfrm>
            <a:off x="850392" y="182880"/>
            <a:ext cx="10085832" cy="1307592"/>
          </a:xfrm>
        </p:spPr>
        <p:txBody>
          <a:bodyPr anchor="b">
            <a:noAutofit/>
          </a:bodyPr>
          <a:lstStyle>
            <a:lvl1pPr algn="l">
              <a:defRPr sz="3200" baseline="0"/>
            </a:lvl1pPr>
          </a:lstStyle>
          <a:p>
            <a:r>
              <a:rPr lang="en-US" dirty="0"/>
              <a:t>CLICK TO EDIT MASTER TITLE</a:t>
            </a:r>
          </a:p>
        </p:txBody>
      </p:sp>
      <p:sp>
        <p:nvSpPr>
          <p:cNvPr id="5" name="Content Placeholder 3">
            <a:extLst>
              <a:ext uri="{FF2B5EF4-FFF2-40B4-BE49-F238E27FC236}">
                <a16:creationId xmlns:a16="http://schemas.microsoft.com/office/drawing/2014/main" id="{7E6B22B6-D5E7-7C52-B588-374568C8DD6C}"/>
              </a:ext>
            </a:extLst>
          </p:cNvPr>
          <p:cNvSpPr>
            <a:spLocks noGrp="1"/>
          </p:cNvSpPr>
          <p:nvPr>
            <p:ph sz="half" idx="2"/>
          </p:nvPr>
        </p:nvSpPr>
        <p:spPr>
          <a:xfrm>
            <a:off x="850392" y="1911096"/>
            <a:ext cx="4837176" cy="2898648"/>
          </a:xfrm>
        </p:spPr>
        <p:txBody>
          <a:bodyPr lIns="0" tIns="0" rIns="0" bIns="0">
            <a:noAutofit/>
          </a:bodyPr>
          <a:lstStyle>
            <a:lvl1pPr>
              <a:lnSpc>
                <a:spcPct val="120000"/>
              </a:lnSpc>
              <a:spcBef>
                <a:spcPts val="0"/>
              </a:spcBef>
              <a:spcAft>
                <a:spcPts val="1200"/>
              </a:spcAft>
              <a:defRPr sz="1800" cap="none" baseline="0">
                <a:latin typeface="+mn-lt"/>
              </a:defRPr>
            </a:lvl1pPr>
            <a:lvl2pPr marL="283464" indent="-285750">
              <a:lnSpc>
                <a:spcPct val="120000"/>
              </a:lnSpc>
              <a:spcBef>
                <a:spcPts val="0"/>
              </a:spcBef>
              <a:spcAft>
                <a:spcPts val="600"/>
              </a:spcAft>
              <a:buFont typeface="Arial" panose="020B0604020202020204" pitchFamily="34" charset="0"/>
              <a:buChar char="•"/>
              <a:defRPr sz="1800">
                <a:latin typeface="+mn-lt"/>
              </a:defRPr>
            </a:lvl2pPr>
            <a:lvl3pPr marL="54864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6" name="Content Placeholder 3">
            <a:extLst>
              <a:ext uri="{FF2B5EF4-FFF2-40B4-BE49-F238E27FC236}">
                <a16:creationId xmlns:a16="http://schemas.microsoft.com/office/drawing/2014/main" id="{BCDBC7A5-FE31-E809-7729-4AFA9CFD0DEB}"/>
              </a:ext>
            </a:extLst>
          </p:cNvPr>
          <p:cNvSpPr>
            <a:spLocks noGrp="1"/>
          </p:cNvSpPr>
          <p:nvPr>
            <p:ph sz="half" idx="36"/>
          </p:nvPr>
        </p:nvSpPr>
        <p:spPr>
          <a:xfrm>
            <a:off x="6812280" y="1911096"/>
            <a:ext cx="4453128" cy="1911096"/>
          </a:xfrm>
        </p:spPr>
        <p:txBody>
          <a:bodyPr lIns="0" tIns="0" rIns="0" bIns="0">
            <a:noAutofit/>
          </a:bodyPr>
          <a:lstStyle>
            <a:lvl1pPr marL="285750" indent="-285750">
              <a:lnSpc>
                <a:spcPct val="120000"/>
              </a:lnSpc>
              <a:spcBef>
                <a:spcPts val="0"/>
              </a:spcBef>
              <a:spcAft>
                <a:spcPts val="1200"/>
              </a:spcAft>
              <a:buFont typeface="Arial" panose="020B0604020202020204" pitchFamily="34" charset="0"/>
              <a:buChar char="•"/>
              <a:defRPr sz="1800" cap="none" baseline="0">
                <a:latin typeface="+mn-lt"/>
              </a:defRPr>
            </a:lvl1pPr>
            <a:lvl2pPr marL="548640" indent="-285750">
              <a:lnSpc>
                <a:spcPct val="120000"/>
              </a:lnSpc>
              <a:spcBef>
                <a:spcPts val="0"/>
              </a:spcBef>
              <a:spcAft>
                <a:spcPts val="600"/>
              </a:spcAft>
              <a:buFont typeface="Arial" panose="020B0604020202020204" pitchFamily="34" charset="0"/>
              <a:buChar char="•"/>
              <a:defRPr sz="1800">
                <a:latin typeface="+mn-lt"/>
              </a:defRPr>
            </a:lvl2pPr>
            <a:lvl3pPr marL="822960" indent="-285750">
              <a:lnSpc>
                <a:spcPct val="120000"/>
              </a:lnSpc>
              <a:spcBef>
                <a:spcPts val="0"/>
              </a:spcBef>
              <a:buFont typeface="Arial" panose="020B0604020202020204" pitchFamily="34" charset="0"/>
              <a:buChar char="•"/>
              <a:defRPr sz="16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p:txBody>
      </p:sp>
      <p:sp>
        <p:nvSpPr>
          <p:cNvPr id="18" name="Picture Placeholder 17">
            <a:extLst>
              <a:ext uri="{FF2B5EF4-FFF2-40B4-BE49-F238E27FC236}">
                <a16:creationId xmlns:a16="http://schemas.microsoft.com/office/drawing/2014/main" id="{C39E8D03-897F-C49F-D816-03B8BD63013D}"/>
              </a:ext>
            </a:extLst>
          </p:cNvPr>
          <p:cNvSpPr>
            <a:spLocks noGrp="1"/>
          </p:cNvSpPr>
          <p:nvPr>
            <p:ph type="pic" sz="quarter" idx="10"/>
          </p:nvPr>
        </p:nvSpPr>
        <p:spPr>
          <a:xfrm>
            <a:off x="6812280" y="4242816"/>
            <a:ext cx="4123944" cy="2615184"/>
          </a:xfrm>
          <a:solidFill>
            <a:schemeClr val="accent1">
              <a:lumMod val="20000"/>
              <a:lumOff val="80000"/>
            </a:schemeClr>
          </a:solidFill>
        </p:spPr>
        <p:txBody>
          <a:bodyPr anchor="ctr">
            <a:noAutofit/>
          </a:bodyPr>
          <a:lstStyle>
            <a:lvl1pPr algn="ctr">
              <a:defRPr/>
            </a:lvl1pPr>
          </a:lstStyle>
          <a:p>
            <a:r>
              <a:rPr lang="en-US"/>
              <a:t>Click icon to add picture</a:t>
            </a:r>
            <a:endParaRPr lang="en-US" dirty="0"/>
          </a:p>
        </p:txBody>
      </p:sp>
      <p:sp>
        <p:nvSpPr>
          <p:cNvPr id="2" name="Footer Placeholder 1">
            <a:extLst>
              <a:ext uri="{FF2B5EF4-FFF2-40B4-BE49-F238E27FC236}">
                <a16:creationId xmlns:a16="http://schemas.microsoft.com/office/drawing/2014/main" id="{5A615220-DA65-3A8D-609D-95B6D86B192A}"/>
              </a:ext>
            </a:extLst>
          </p:cNvPr>
          <p:cNvSpPr>
            <a:spLocks noGrp="1"/>
          </p:cNvSpPr>
          <p:nvPr>
            <p:ph type="ftr" sz="quarter" idx="34"/>
          </p:nvPr>
        </p:nvSpPr>
        <p:spPr/>
        <p:txBody>
          <a:bodyPr/>
          <a:lstStyle/>
          <a:p>
            <a:r>
              <a:rPr lang="en-US" dirty="0"/>
              <a:t>Presentation Title</a:t>
            </a:r>
          </a:p>
        </p:txBody>
      </p:sp>
      <p:sp>
        <p:nvSpPr>
          <p:cNvPr id="3" name="Slide Number Placeholder 2">
            <a:extLst>
              <a:ext uri="{FF2B5EF4-FFF2-40B4-BE49-F238E27FC236}">
                <a16:creationId xmlns:a16="http://schemas.microsoft.com/office/drawing/2014/main" id="{6AC2A57F-F2BF-F3B3-9D45-5DCD2608D80C}"/>
              </a:ext>
            </a:extLst>
          </p:cNvPr>
          <p:cNvSpPr>
            <a:spLocks noGrp="1"/>
          </p:cNvSpPr>
          <p:nvPr>
            <p:ph type="sldNum" sz="quarter" idx="35"/>
          </p:nvPr>
        </p:nvSpPr>
        <p:spPr/>
        <p:txBody>
          <a:bodyPr/>
          <a:lstStyle/>
          <a:p>
            <a:fld id="{09A01C0A-2BB6-49E7-91A3-DCB9F9F59583}" type="slidenum">
              <a:rPr lang="en-US" smtClean="0"/>
              <a:pPr/>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3" name="Picture 2" descr="Large walking intersection with one lone person">
            <a:extLst>
              <a:ext uri="{FF2B5EF4-FFF2-40B4-BE49-F238E27FC236}">
                <a16:creationId xmlns:a16="http://schemas.microsoft.com/office/drawing/2014/main" id="{09010683-ED2B-BF6C-90F9-AF09D38DB677}"/>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0"/>
                    </a14:imgEffect>
                    <a14:imgEffect>
                      <a14:brightnessContrast bright="27000" contrast="5000"/>
                    </a14:imgEffect>
                  </a14:imgLayer>
                </a14:imgProps>
              </a:ext>
              <a:ext uri="{28A0092B-C50C-407E-A947-70E740481C1C}">
                <a14:useLocalDpi xmlns:a14="http://schemas.microsoft.com/office/drawing/2010/main"/>
              </a:ext>
            </a:extLst>
          </a:blip>
          <a:srcRect/>
          <a:stretch/>
        </p:blipFill>
        <p:spPr>
          <a:xfrm>
            <a:off x="0" y="1"/>
            <a:ext cx="11811000" cy="6858000"/>
          </a:xfrm>
          <a:prstGeom prst="rect">
            <a:avLst/>
          </a:prstGeom>
        </p:spPr>
      </p:pic>
      <p:sp>
        <p:nvSpPr>
          <p:cNvPr id="6" name="Freeform 12">
            <a:extLst>
              <a:ext uri="{FF2B5EF4-FFF2-40B4-BE49-F238E27FC236}">
                <a16:creationId xmlns:a16="http://schemas.microsoft.com/office/drawing/2014/main" id="{82C1C4E7-A67E-5E90-3669-D2982C30E4FC}"/>
              </a:ext>
            </a:extLst>
          </p:cNvPr>
          <p:cNvSpPr/>
          <p:nvPr userDrawn="1"/>
        </p:nvSpPr>
        <p:spPr>
          <a:xfrm>
            <a:off x="777819" y="0"/>
            <a:ext cx="8272488" cy="6858000"/>
          </a:xfrm>
          <a:custGeom>
            <a:avLst/>
            <a:gdLst>
              <a:gd name="connsiteX0" fmla="*/ 2449074 w 8272488"/>
              <a:gd name="connsiteY0" fmla="*/ 0 h 6858000"/>
              <a:gd name="connsiteX1" fmla="*/ 5823415 w 8272488"/>
              <a:gd name="connsiteY1" fmla="*/ 0 h 6858000"/>
              <a:gd name="connsiteX2" fmla="*/ 5929477 w 8272488"/>
              <a:gd name="connsiteY2" fmla="*/ 47950 h 6858000"/>
              <a:gd name="connsiteX3" fmla="*/ 8272488 w 8272488"/>
              <a:gd name="connsiteY3" fmla="*/ 3776315 h 6858000"/>
              <a:gd name="connsiteX4" fmla="*/ 7025715 w 8272488"/>
              <a:gd name="connsiteY4" fmla="*/ 6735959 h 6858000"/>
              <a:gd name="connsiteX5" fmla="*/ 6893036 w 8272488"/>
              <a:gd name="connsiteY5" fmla="*/ 6858000 h 6858000"/>
              <a:gd name="connsiteX6" fmla="*/ 1379452 w 8272488"/>
              <a:gd name="connsiteY6" fmla="*/ 6858000 h 6858000"/>
              <a:gd name="connsiteX7" fmla="*/ 1246773 w 8272488"/>
              <a:gd name="connsiteY7" fmla="*/ 6735959 h 6858000"/>
              <a:gd name="connsiteX8" fmla="*/ 0 w 8272488"/>
              <a:gd name="connsiteY8" fmla="*/ 3776315 h 6858000"/>
              <a:gd name="connsiteX9" fmla="*/ 2343012 w 8272488"/>
              <a:gd name="connsiteY9" fmla="*/ 479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72488" h="6858000">
                <a:moveTo>
                  <a:pt x="2449074" y="0"/>
                </a:moveTo>
                <a:lnTo>
                  <a:pt x="5823415" y="0"/>
                </a:lnTo>
                <a:lnTo>
                  <a:pt x="5929477" y="47950"/>
                </a:lnTo>
                <a:cubicBezTo>
                  <a:pt x="7315814" y="715956"/>
                  <a:pt x="8272488" y="2134414"/>
                  <a:pt x="8272488" y="3776315"/>
                </a:cubicBezTo>
                <a:cubicBezTo>
                  <a:pt x="8272488" y="4936354"/>
                  <a:pt x="7794942" y="5984857"/>
                  <a:pt x="7025715" y="6735959"/>
                </a:cubicBezTo>
                <a:lnTo>
                  <a:pt x="6893036" y="6858000"/>
                </a:lnTo>
                <a:lnTo>
                  <a:pt x="1379452" y="6858000"/>
                </a:lnTo>
                <a:lnTo>
                  <a:pt x="1246773" y="6735959"/>
                </a:lnTo>
                <a:cubicBezTo>
                  <a:pt x="477546" y="5984857"/>
                  <a:pt x="0" y="4936354"/>
                  <a:pt x="0" y="3776315"/>
                </a:cubicBezTo>
                <a:cubicBezTo>
                  <a:pt x="0" y="2134414"/>
                  <a:pt x="956674" y="715956"/>
                  <a:pt x="2343012" y="4795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1"/>
              </a:solidFill>
            </a:endParaRPr>
          </a:p>
        </p:txBody>
      </p:sp>
      <p:sp>
        <p:nvSpPr>
          <p:cNvPr id="2" name="Title 1">
            <a:extLst>
              <a:ext uri="{FF2B5EF4-FFF2-40B4-BE49-F238E27FC236}">
                <a16:creationId xmlns:a16="http://schemas.microsoft.com/office/drawing/2014/main" id="{71A36714-0A6D-7D0D-3336-B8081C409BA0}"/>
              </a:ext>
            </a:extLst>
          </p:cNvPr>
          <p:cNvSpPr>
            <a:spLocks noGrp="1"/>
          </p:cNvSpPr>
          <p:nvPr>
            <p:ph type="title" hasCustomPrompt="1"/>
          </p:nvPr>
        </p:nvSpPr>
        <p:spPr>
          <a:xfrm>
            <a:off x="1907196" y="2188196"/>
            <a:ext cx="5985159" cy="1594507"/>
          </a:xfrm>
        </p:spPr>
        <p:txBody>
          <a:bodyPr lIns="0" tIns="0" rIns="0" bIns="0" anchor="b">
            <a:noAutofit/>
          </a:bodyPr>
          <a:lstStyle>
            <a:lvl1pPr>
              <a:defRPr sz="3200" b="1" i="0" baseline="0">
                <a:solidFill>
                  <a:schemeClr val="tx1"/>
                </a:solidFill>
                <a:latin typeface="+mj-lt"/>
                <a:cs typeface="Arial Black" panose="020B0604020202020204" pitchFamily="34" charset="0"/>
              </a:defRPr>
            </a:lvl1pPr>
          </a:lstStyle>
          <a:p>
            <a:r>
              <a:rPr lang="en-US" dirty="0"/>
              <a:t>CLICK TO EDIT MASTER TITLE STYLE</a:t>
            </a:r>
          </a:p>
        </p:txBody>
      </p:sp>
      <p:sp>
        <p:nvSpPr>
          <p:cNvPr id="11" name="Text Placeholder 2">
            <a:extLst>
              <a:ext uri="{FF2B5EF4-FFF2-40B4-BE49-F238E27FC236}">
                <a16:creationId xmlns:a16="http://schemas.microsoft.com/office/drawing/2014/main" id="{CFA9DBC5-E4A8-5230-9CE1-902849869495}"/>
              </a:ext>
            </a:extLst>
          </p:cNvPr>
          <p:cNvSpPr>
            <a:spLocks noGrp="1"/>
          </p:cNvSpPr>
          <p:nvPr>
            <p:ph type="body" idx="1"/>
          </p:nvPr>
        </p:nvSpPr>
        <p:spPr>
          <a:xfrm>
            <a:off x="1907196" y="4078224"/>
            <a:ext cx="5444517" cy="1731890"/>
          </a:xfrm>
        </p:spPr>
        <p:txBody>
          <a:bodyPr lIns="0" tIns="0" rIns="0" bIns="0" anchor="t">
            <a:noAutofit/>
          </a:bodyPr>
          <a:lstStyle>
            <a:lvl1pPr marL="0" indent="0">
              <a:buNone/>
              <a:defRPr sz="1800" b="0" i="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Rectangle 9">
            <a:extLst>
              <a:ext uri="{FF2B5EF4-FFF2-40B4-BE49-F238E27FC236}">
                <a16:creationId xmlns:a16="http://schemas.microsoft.com/office/drawing/2014/main" id="{829F29DD-6F0C-B005-FD16-89C061AE31C9}"/>
              </a:ext>
            </a:extLst>
          </p:cNvPr>
          <p:cNvSpPr/>
          <p:nvPr userDrawn="1"/>
        </p:nvSpPr>
        <p:spPr>
          <a:xfrm>
            <a:off x="10408059" y="1151133"/>
            <a:ext cx="190346" cy="1037063"/>
          </a:xfrm>
          <a:prstGeom prst="rect">
            <a:avLst/>
          </a:prstGeom>
          <a:solidFill>
            <a:schemeClr val="accent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
        <p:nvSpPr>
          <p:cNvPr id="12" name="Rectangle 11">
            <a:extLst>
              <a:ext uri="{FF2B5EF4-FFF2-40B4-BE49-F238E27FC236}">
                <a16:creationId xmlns:a16="http://schemas.microsoft.com/office/drawing/2014/main" id="{67980795-C54D-B27A-60D2-8758CAF840E2}"/>
              </a:ext>
            </a:extLst>
          </p:cNvPr>
          <p:cNvSpPr/>
          <p:nvPr userDrawn="1"/>
        </p:nvSpPr>
        <p:spPr>
          <a:xfrm>
            <a:off x="10987993" y="114070"/>
            <a:ext cx="190346" cy="1037063"/>
          </a:xfrm>
          <a:prstGeom prst="rect">
            <a:avLst/>
          </a:prstGeom>
          <a:solidFill>
            <a:schemeClr val="accent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Tree>
    <p:extLst>
      <p:ext uri="{BB962C8B-B14F-4D97-AF65-F5344CB8AC3E}">
        <p14:creationId xmlns:p14="http://schemas.microsoft.com/office/powerpoint/2010/main" val="52720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D688C66-2A77-64CD-38B5-90492185CACE}"/>
              </a:ext>
            </a:extLst>
          </p:cNvPr>
          <p:cNvSpPr/>
          <p:nvPr userDrawn="1"/>
        </p:nvSpPr>
        <p:spPr>
          <a:xfrm rot="5400000" flipH="1" flipV="1">
            <a:off x="8570975" y="3236976"/>
            <a:ext cx="6858000" cy="3840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46438" y="409576"/>
            <a:ext cx="10972800" cy="1325563"/>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745644" y="1825625"/>
            <a:ext cx="11098307"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5">
            <a:extLst>
              <a:ext uri="{FF2B5EF4-FFF2-40B4-BE49-F238E27FC236}">
                <a16:creationId xmlns:a16="http://schemas.microsoft.com/office/drawing/2014/main" id="{533E5E79-C396-3919-759D-5AD893CE4260}"/>
              </a:ext>
            </a:extLst>
          </p:cNvPr>
          <p:cNvSpPr>
            <a:spLocks noGrp="1"/>
          </p:cNvSpPr>
          <p:nvPr>
            <p:ph type="sldNum" sz="quarter" idx="4"/>
          </p:nvPr>
        </p:nvSpPr>
        <p:spPr>
          <a:xfrm rot="16200000">
            <a:off x="11716512" y="6382510"/>
            <a:ext cx="566928" cy="384048"/>
          </a:xfrm>
          <a:prstGeom prst="rect">
            <a:avLst/>
          </a:prstGeom>
        </p:spPr>
        <p:txBody>
          <a:bodyPr vert="horz" lIns="91440" tIns="45720" rIns="91440" bIns="45720" rtlCol="0" anchor="ctr"/>
          <a:lstStyle>
            <a:lvl1pPr algn="ctr">
              <a:defRPr sz="1400">
                <a:solidFill>
                  <a:schemeClr val="bg1"/>
                </a:solidFill>
              </a:defRPr>
            </a:lvl1pPr>
          </a:lstStyle>
          <a:p>
            <a:fld id="{09A01C0A-2BB6-49E7-91A3-DCB9F9F59583}" type="slidenum">
              <a:rPr lang="en-US" smtClean="0"/>
              <a:pPr/>
              <a:t>‹#›</a:t>
            </a:fld>
            <a:endParaRPr lang="en-US" dirty="0"/>
          </a:p>
        </p:txBody>
      </p:sp>
      <p:sp>
        <p:nvSpPr>
          <p:cNvPr id="7" name="Footer Placeholder 4">
            <a:extLst>
              <a:ext uri="{FF2B5EF4-FFF2-40B4-BE49-F238E27FC236}">
                <a16:creationId xmlns:a16="http://schemas.microsoft.com/office/drawing/2014/main" id="{89035839-CD36-5568-9808-CCDD9953C933}"/>
              </a:ext>
            </a:extLst>
          </p:cNvPr>
          <p:cNvSpPr>
            <a:spLocks noGrp="1"/>
          </p:cNvSpPr>
          <p:nvPr>
            <p:ph type="ftr" sz="quarter" idx="3"/>
          </p:nvPr>
        </p:nvSpPr>
        <p:spPr>
          <a:xfrm rot="16200000">
            <a:off x="8854442" y="2953511"/>
            <a:ext cx="6291068" cy="384048"/>
          </a:xfrm>
          <a:prstGeom prst="rect">
            <a:avLst/>
          </a:prstGeom>
          <a:noFill/>
        </p:spPr>
        <p:txBody>
          <a:bodyPr vert="horz" lIns="210312" tIns="45720" rIns="91440" bIns="45720" rtlCol="0" anchor="ctr"/>
          <a:lstStyle>
            <a:lvl1pPr algn="l">
              <a:defRPr sz="1200" b="1" cap="all" spc="300" baseline="0">
                <a:solidFill>
                  <a:schemeClr val="bg1"/>
                </a:solidFill>
                <a:latin typeface="+mj-lt"/>
              </a:defRPr>
            </a:lvl1pPr>
          </a:lstStyle>
          <a:p>
            <a:r>
              <a:rPr lang="en-US" dirty="0"/>
              <a:t>Presentation Title</a:t>
            </a:r>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51" r:id="rId3"/>
    <p:sldLayoutId id="2147483664" r:id="rId4"/>
    <p:sldLayoutId id="2147483659" r:id="rId5"/>
    <p:sldLayoutId id="2147483654" r:id="rId6"/>
    <p:sldLayoutId id="2147483667" r:id="rId7"/>
    <p:sldLayoutId id="2147483665" r:id="rId8"/>
    <p:sldLayoutId id="2147483669" r:id="rId9"/>
    <p:sldLayoutId id="2147483670" r:id="rId10"/>
    <p:sldLayoutId id="2147483652" r:id="rId11"/>
    <p:sldLayoutId id="2147483656" r:id="rId12"/>
    <p:sldLayoutId id="2147483663" r:id="rId13"/>
  </p:sldLayoutIdLst>
  <p:hf hdr="0" ftr="0"/>
  <p:txStyles>
    <p:titleStyle>
      <a:lvl1pPr algn="l" defTabSz="914400" rtl="0" eaLnBrk="1" latinLnBrk="0" hangingPunct="1">
        <a:lnSpc>
          <a:spcPct val="90000"/>
        </a:lnSpc>
        <a:spcBef>
          <a:spcPct val="0"/>
        </a:spcBef>
        <a:buNone/>
        <a:defRPr sz="4000" b="1" i="0" kern="1200" cap="all" spc="600" baseline="0">
          <a:solidFill>
            <a:schemeClr val="tx1"/>
          </a:solidFill>
          <a:latin typeface="+mj-lt"/>
          <a:ea typeface="+mj-ea"/>
          <a:cs typeface="Arial Black" panose="020B0604020202020204" pitchFamily="34" charset="0"/>
        </a:defRPr>
      </a:lvl1pPr>
    </p:titleStyle>
    <p:bodyStyle>
      <a:lvl1pPr marL="0" indent="0" algn="l" defTabSz="914400" rtl="0" eaLnBrk="1" latinLnBrk="0" hangingPunct="1">
        <a:lnSpc>
          <a:spcPct val="150000"/>
        </a:lnSpc>
        <a:spcBef>
          <a:spcPts val="1000"/>
        </a:spcBef>
        <a:buFontTx/>
        <a:buNone/>
        <a:defRPr sz="2400" b="0" i="0" kern="1200">
          <a:solidFill>
            <a:schemeClr val="tx1"/>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4" orient="horz" pos="1152" userDrawn="1">
          <p15:clr>
            <a:srgbClr val="547EBF"/>
          </p15:clr>
        </p15:guide>
        <p15:guide id="5" pos="7440" userDrawn="1">
          <p15:clr>
            <a:srgbClr val="547EBF"/>
          </p15:clr>
        </p15:guide>
        <p15:guide id="6" orient="horz" pos="4080" userDrawn="1">
          <p15:clr>
            <a:srgbClr val="547EBF"/>
          </p15:clr>
        </p15:guide>
        <p15:guide id="19" userDrawn="1">
          <p15:clr>
            <a:srgbClr val="547EBF"/>
          </p15:clr>
        </p15:guide>
        <p15:guide id="20" pos="7680" userDrawn="1">
          <p15:clr>
            <a:srgbClr val="547EBF"/>
          </p15:clr>
        </p15:guide>
        <p15:guide id="21" pos="528" userDrawn="1">
          <p15:clr>
            <a:srgbClr val="547EBF"/>
          </p15:clr>
        </p15:guide>
        <p15:guide id="22" pos="6912" userDrawn="1">
          <p15:clr>
            <a:srgbClr val="547EBF"/>
          </p15:clr>
        </p15:guide>
        <p15:guide id="23" orient="horz" pos="240" userDrawn="1">
          <p15:clr>
            <a:srgbClr val="547EBF"/>
          </p15:clr>
        </p15:guide>
        <p15:guide id="25" orient="horz" pos="552" userDrawn="1">
          <p15:clr>
            <a:srgbClr val="547EBF"/>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microsoft.com/office/2007/relationships/hdphoto" Target="../media/hdphoto6.wdp"/></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C5300-AC43-F396-6E83-73A31578C20E}"/>
              </a:ext>
            </a:extLst>
          </p:cNvPr>
          <p:cNvSpPr>
            <a:spLocks noGrp="1"/>
          </p:cNvSpPr>
          <p:nvPr>
            <p:ph type="ctrTitle"/>
          </p:nvPr>
        </p:nvSpPr>
        <p:spPr>
          <a:xfrm>
            <a:off x="816767" y="1399032"/>
            <a:ext cx="6757416" cy="3427502"/>
          </a:xfrm>
        </p:spPr>
        <p:txBody>
          <a:bodyPr/>
          <a:lstStyle/>
          <a:p>
            <a:r>
              <a:rPr lang="en-US" dirty="0"/>
              <a:t>TRAFFIC CRASH ANALYSIS</a:t>
            </a:r>
          </a:p>
        </p:txBody>
      </p:sp>
      <p:sp>
        <p:nvSpPr>
          <p:cNvPr id="3" name="Subtitle 2">
            <a:extLst>
              <a:ext uri="{FF2B5EF4-FFF2-40B4-BE49-F238E27FC236}">
                <a16:creationId xmlns:a16="http://schemas.microsoft.com/office/drawing/2014/main" id="{6A3BE460-3185-CD59-0215-356A228DF2B6}"/>
              </a:ext>
            </a:extLst>
          </p:cNvPr>
          <p:cNvSpPr>
            <a:spLocks noGrp="1"/>
          </p:cNvSpPr>
          <p:nvPr>
            <p:ph type="subTitle" idx="1"/>
          </p:nvPr>
        </p:nvSpPr>
        <p:spPr>
          <a:xfrm>
            <a:off x="816768" y="417444"/>
            <a:ext cx="7414940" cy="883258"/>
          </a:xfrm>
        </p:spPr>
        <p:txBody>
          <a:bodyPr/>
          <a:lstStyle/>
          <a:p>
            <a:r>
              <a:rPr lang="en-US" dirty="0"/>
              <a:t>PRATHIKSHA S</a:t>
            </a:r>
          </a:p>
        </p:txBody>
      </p:sp>
    </p:spTree>
    <p:extLst>
      <p:ext uri="{BB962C8B-B14F-4D97-AF65-F5344CB8AC3E}">
        <p14:creationId xmlns:p14="http://schemas.microsoft.com/office/powerpoint/2010/main" val="3867488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D4F54-DA82-4616-5B86-91637316C018}"/>
              </a:ext>
            </a:extLst>
          </p:cNvPr>
          <p:cNvSpPr>
            <a:spLocks noGrp="1"/>
          </p:cNvSpPr>
          <p:nvPr>
            <p:ph type="title"/>
          </p:nvPr>
        </p:nvSpPr>
        <p:spPr>
          <a:xfrm>
            <a:off x="6598879" y="1099956"/>
            <a:ext cx="5029200" cy="620690"/>
          </a:xfrm>
        </p:spPr>
        <p:txBody>
          <a:bodyPr/>
          <a:lstStyle/>
          <a:p>
            <a:pPr algn="ctr"/>
            <a:r>
              <a:rPr lang="en-US" dirty="0"/>
              <a:t>AGENDA</a:t>
            </a:r>
          </a:p>
        </p:txBody>
      </p:sp>
      <p:pic>
        <p:nvPicPr>
          <p:cNvPr id="5" name="Picture Placeholder 4" descr="Close-up of skyscrapers">
            <a:extLst>
              <a:ext uri="{FF2B5EF4-FFF2-40B4-BE49-F238E27FC236}">
                <a16:creationId xmlns:a16="http://schemas.microsoft.com/office/drawing/2014/main" id="{CBD79D95-B489-7C39-8BA1-EDA2F8F12E11}"/>
              </a:ext>
            </a:extLst>
          </p:cNvPr>
          <p:cNvPicPr>
            <a:picLocks noGrp="1" noChangeAspect="1"/>
          </p:cNvPicPr>
          <p:nvPr>
            <p:ph type="pic" sz="quarter" idx="10"/>
          </p:nvPr>
        </p:nvPicPr>
        <p:blipFill>
          <a:blip r:embed="rId2"/>
          <a:srcRect t="43" b="43"/>
          <a:stretch/>
        </p:blipFill>
        <p:spPr>
          <a:xfrm>
            <a:off x="1395412" y="653461"/>
            <a:ext cx="4597556" cy="5549900"/>
          </a:xfrm>
        </p:spPr>
      </p:pic>
      <p:sp>
        <p:nvSpPr>
          <p:cNvPr id="4" name="Content Placeholder 3">
            <a:extLst>
              <a:ext uri="{FF2B5EF4-FFF2-40B4-BE49-F238E27FC236}">
                <a16:creationId xmlns:a16="http://schemas.microsoft.com/office/drawing/2014/main" id="{1D44FF4F-87AF-081C-2A21-97173EE4A670}"/>
              </a:ext>
            </a:extLst>
          </p:cNvPr>
          <p:cNvSpPr>
            <a:spLocks noGrp="1"/>
          </p:cNvSpPr>
          <p:nvPr>
            <p:ph idx="1"/>
          </p:nvPr>
        </p:nvSpPr>
        <p:spPr>
          <a:xfrm>
            <a:off x="6696220" y="2007960"/>
            <a:ext cx="4834517" cy="3244759"/>
          </a:xfrm>
        </p:spPr>
        <p:txBody>
          <a:bodyPr/>
          <a:lstStyle/>
          <a:p>
            <a:pPr marL="285750" indent="-285750">
              <a:buFont typeface="Arial" panose="020B0604020202020204" pitchFamily="34" charset="0"/>
              <a:buChar char="•"/>
            </a:pPr>
            <a:r>
              <a:rPr lang="en-US" b="1" dirty="0"/>
              <a:t>INTRODUCTION</a:t>
            </a:r>
          </a:p>
          <a:p>
            <a:pPr marL="285750" indent="-285750">
              <a:buFont typeface="Arial" panose="020B0604020202020204" pitchFamily="34" charset="0"/>
              <a:buChar char="•"/>
            </a:pPr>
            <a:r>
              <a:rPr lang="en-US" b="1" dirty="0"/>
              <a:t>DESCRIPTION</a:t>
            </a:r>
          </a:p>
          <a:p>
            <a:pPr marL="285750" indent="-285750">
              <a:buFont typeface="Arial" panose="020B0604020202020204" pitchFamily="34" charset="0"/>
              <a:buChar char="•"/>
            </a:pPr>
            <a:r>
              <a:rPr lang="en-US" b="1" dirty="0"/>
              <a:t>OBJECTIVES</a:t>
            </a:r>
          </a:p>
          <a:p>
            <a:pPr marL="285750" indent="-285750">
              <a:buFont typeface="Arial" panose="020B0604020202020204" pitchFamily="34" charset="0"/>
              <a:buChar char="•"/>
            </a:pPr>
            <a:r>
              <a:rPr lang="en-US" b="1" dirty="0"/>
              <a:t>METHODS AND STEPS </a:t>
            </a:r>
          </a:p>
          <a:p>
            <a:pPr marL="285750" indent="-285750">
              <a:buFont typeface="Arial" panose="020B0604020202020204" pitchFamily="34" charset="0"/>
              <a:buChar char="•"/>
            </a:pPr>
            <a:r>
              <a:rPr lang="en-US" b="1" dirty="0"/>
              <a:t>ANALYSIS AND OBSERVATION</a:t>
            </a:r>
          </a:p>
          <a:p>
            <a:pPr marL="285750" indent="-285750">
              <a:buFont typeface="Arial" panose="020B0604020202020204" pitchFamily="34" charset="0"/>
              <a:buChar char="•"/>
            </a:pPr>
            <a:r>
              <a:rPr lang="en-US" b="1" dirty="0"/>
              <a:t>SUMMARY </a:t>
            </a:r>
          </a:p>
          <a:p>
            <a:pPr marL="285750" indent="-285750">
              <a:buFont typeface="Arial" panose="020B0604020202020204" pitchFamily="34" charset="0"/>
              <a:buChar char="•"/>
            </a:pPr>
            <a:r>
              <a:rPr lang="en-US" b="1" dirty="0"/>
              <a:t>CONCLUSION</a:t>
            </a:r>
          </a:p>
          <a:p>
            <a:endParaRPr lang="en-US" dirty="0"/>
          </a:p>
        </p:txBody>
      </p:sp>
      <p:sp>
        <p:nvSpPr>
          <p:cNvPr id="15" name="Rectangle 14">
            <a:extLst>
              <a:ext uri="{FF2B5EF4-FFF2-40B4-BE49-F238E27FC236}">
                <a16:creationId xmlns:a16="http://schemas.microsoft.com/office/drawing/2014/main" id="{8D6B33E9-5728-FA5C-0AC2-27407C4E7EF2}"/>
              </a:ext>
              <a:ext uri="{C183D7F6-B498-43B3-948B-1728B52AA6E4}">
                <adec:decorative xmlns:adec="http://schemas.microsoft.com/office/drawing/2017/decorative" val="1"/>
              </a:ext>
            </a:extLst>
          </p:cNvPr>
          <p:cNvSpPr/>
          <p:nvPr/>
        </p:nvSpPr>
        <p:spPr>
          <a:xfrm>
            <a:off x="831720" y="638594"/>
            <a:ext cx="2743200" cy="1336433"/>
          </a:xfrm>
          <a:prstGeom prst="rect">
            <a:avLst/>
          </a:prstGeom>
          <a:solidFill>
            <a:schemeClr val="accent1">
              <a:alpha val="87843"/>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accent1"/>
              </a:solidFill>
            </a:endParaRPr>
          </a:p>
        </p:txBody>
      </p:sp>
      <p:sp>
        <p:nvSpPr>
          <p:cNvPr id="16" name="Rectangle 15">
            <a:extLst>
              <a:ext uri="{FF2B5EF4-FFF2-40B4-BE49-F238E27FC236}">
                <a16:creationId xmlns:a16="http://schemas.microsoft.com/office/drawing/2014/main" id="{59FDBA0D-C717-B16D-F1F6-BA5D8E090C9D}"/>
              </a:ext>
              <a:ext uri="{C183D7F6-B498-43B3-948B-1728B52AA6E4}">
                <adec:decorative xmlns:adec="http://schemas.microsoft.com/office/drawing/2017/decorative" val="1"/>
              </a:ext>
            </a:extLst>
          </p:cNvPr>
          <p:cNvSpPr/>
          <p:nvPr/>
        </p:nvSpPr>
        <p:spPr>
          <a:xfrm>
            <a:off x="5867073" y="3130095"/>
            <a:ext cx="228928" cy="2252610"/>
          </a:xfrm>
          <a:prstGeom prst="rect">
            <a:avLst/>
          </a:prstGeom>
          <a:solidFill>
            <a:schemeClr val="accent1">
              <a:alpha val="76078"/>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solidFill>
                <a:schemeClr val="accent1"/>
              </a:solidFill>
            </a:endParaRPr>
          </a:p>
        </p:txBody>
      </p:sp>
      <p:sp>
        <p:nvSpPr>
          <p:cNvPr id="20" name="Slide Number Placeholder 19">
            <a:extLst>
              <a:ext uri="{FF2B5EF4-FFF2-40B4-BE49-F238E27FC236}">
                <a16:creationId xmlns:a16="http://schemas.microsoft.com/office/drawing/2014/main" id="{7D090D43-FD3C-82CE-3706-B447C067FB18}"/>
              </a:ext>
            </a:extLst>
          </p:cNvPr>
          <p:cNvSpPr>
            <a:spLocks noGrp="1"/>
          </p:cNvSpPr>
          <p:nvPr>
            <p:ph type="sldNum" sz="quarter" idx="13"/>
          </p:nvPr>
        </p:nvSpPr>
        <p:spPr/>
        <p:txBody>
          <a:bodyPr/>
          <a:lstStyle/>
          <a:p>
            <a:fld id="{09A01C0A-2BB6-49E7-91A3-DCB9F9F59583}" type="slidenum">
              <a:rPr lang="en-US" smtClean="0"/>
              <a:pPr/>
              <a:t>2</a:t>
            </a:fld>
            <a:endParaRPr lang="en-US" dirty="0"/>
          </a:p>
        </p:txBody>
      </p:sp>
    </p:spTree>
    <p:extLst>
      <p:ext uri="{BB962C8B-B14F-4D97-AF65-F5344CB8AC3E}">
        <p14:creationId xmlns:p14="http://schemas.microsoft.com/office/powerpoint/2010/main" val="1151816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8CA0173-29FD-AFA2-C4D4-F4CAD9BFA91B}"/>
              </a:ext>
            </a:extLst>
          </p:cNvPr>
          <p:cNvSpPr>
            <a:spLocks noGrp="1"/>
          </p:cNvSpPr>
          <p:nvPr>
            <p:ph type="title"/>
          </p:nvPr>
        </p:nvSpPr>
        <p:spPr>
          <a:xfrm>
            <a:off x="6632450" y="2953329"/>
            <a:ext cx="5093208" cy="951342"/>
          </a:xfrm>
        </p:spPr>
        <p:txBody>
          <a:bodyPr/>
          <a:lstStyle/>
          <a:p>
            <a:r>
              <a:rPr lang="en-US" dirty="0"/>
              <a:t>Introduction</a:t>
            </a:r>
          </a:p>
        </p:txBody>
      </p:sp>
      <p:pic>
        <p:nvPicPr>
          <p:cNvPr id="14" name="Picture Placeholder 13" descr="Close up of abstract image">
            <a:extLst>
              <a:ext uri="{FF2B5EF4-FFF2-40B4-BE49-F238E27FC236}">
                <a16:creationId xmlns:a16="http://schemas.microsoft.com/office/drawing/2014/main" id="{B603978A-003D-ECA6-02D2-260C6A3BC3F4}"/>
              </a:ext>
            </a:extLst>
          </p:cNvPr>
          <p:cNvPicPr>
            <a:picLocks noGrp="1" noChangeAspect="1"/>
          </p:cNvPicPr>
          <p:nvPr>
            <p:ph type="pic" sz="quarter" idx="11"/>
          </p:nvPr>
        </p:nvPicPr>
        <p:blipFill>
          <a:blip r:embed="rId2"/>
          <a:srcRect l="85" r="85"/>
          <a:stretch/>
        </p:blipFill>
        <p:spPr>
          <a:xfrm>
            <a:off x="832104" y="640080"/>
            <a:ext cx="4727448" cy="5559552"/>
          </a:xfrm>
        </p:spPr>
      </p:pic>
    </p:spTree>
    <p:extLst>
      <p:ext uri="{BB962C8B-B14F-4D97-AF65-F5344CB8AC3E}">
        <p14:creationId xmlns:p14="http://schemas.microsoft.com/office/powerpoint/2010/main" val="612500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3B7B0AB-7E6D-621B-43E7-5825A6443DDF}"/>
              </a:ext>
            </a:extLst>
          </p:cNvPr>
          <p:cNvSpPr>
            <a:spLocks noGrp="1"/>
          </p:cNvSpPr>
          <p:nvPr>
            <p:ph type="title"/>
          </p:nvPr>
        </p:nvSpPr>
        <p:spPr>
          <a:xfrm>
            <a:off x="1483540" y="333626"/>
            <a:ext cx="4226062" cy="748825"/>
          </a:xfrm>
        </p:spPr>
        <p:txBody>
          <a:bodyPr anchor="b"/>
          <a:lstStyle/>
          <a:p>
            <a:pPr algn="ctr"/>
            <a:r>
              <a:rPr lang="en-US" dirty="0"/>
              <a:t>DESCRIPTION</a:t>
            </a:r>
          </a:p>
        </p:txBody>
      </p:sp>
      <p:sp>
        <p:nvSpPr>
          <p:cNvPr id="3" name="Text Placeholder 2">
            <a:extLst>
              <a:ext uri="{FF2B5EF4-FFF2-40B4-BE49-F238E27FC236}">
                <a16:creationId xmlns:a16="http://schemas.microsoft.com/office/drawing/2014/main" id="{0F17F915-9766-1FC8-98BD-D9AE3D5B2A55}"/>
              </a:ext>
            </a:extLst>
          </p:cNvPr>
          <p:cNvSpPr>
            <a:spLocks noGrp="1"/>
          </p:cNvSpPr>
          <p:nvPr>
            <p:ph type="body" idx="1"/>
          </p:nvPr>
        </p:nvSpPr>
        <p:spPr>
          <a:xfrm>
            <a:off x="330227" y="1406060"/>
            <a:ext cx="6532689" cy="4647268"/>
          </a:xfrm>
        </p:spPr>
        <p:txBody>
          <a:bodyPr anchor="b"/>
          <a:lstStyle/>
          <a:p>
            <a:pPr>
              <a:lnSpc>
                <a:spcPct val="150000"/>
              </a:lnSpc>
            </a:pPr>
            <a:r>
              <a:rPr lang="en-US" sz="2100" b="1" dirty="0"/>
              <a:t>This project involves the analysis of a large traffic crash dataset using SQL. The dataset was imported into a SQL database, structured queries were performed to explore crash patterns, contributing factors, and injury severity. The analysis focuses on identifying trends based on time, weather, road conditions, and traffic controls to understand the major causes of accidents and high-risk situations. The insights generated help in understanding accident behavior and support data-driven decisions for improving road safety.</a:t>
            </a:r>
          </a:p>
        </p:txBody>
      </p:sp>
      <p:pic>
        <p:nvPicPr>
          <p:cNvPr id="14" name="Picture Placeholder 14" descr="White modern architecture">
            <a:extLst>
              <a:ext uri="{FF2B5EF4-FFF2-40B4-BE49-F238E27FC236}">
                <a16:creationId xmlns:a16="http://schemas.microsoft.com/office/drawing/2014/main" id="{F96F20C9-F169-573A-32C0-8FA15642A6D6}"/>
              </a:ext>
            </a:extLst>
          </p:cNvPr>
          <p:cNvPicPr>
            <a:picLocks noGrp="1" noChangeAspect="1"/>
          </p:cNvPicPr>
          <p:nvPr>
            <p:ph type="pic" sz="quarter" idx="12"/>
          </p:nvPr>
        </p:nvPicPr>
        <p:blipFill rotWithShape="1">
          <a:blip r:embed="rId3" cstate="print">
            <a:grayscl/>
            <a:extLst>
              <a:ext uri="{BEBA8EAE-BF5A-486C-A8C5-ECC9F3942E4B}">
                <a14:imgProps xmlns:a14="http://schemas.microsoft.com/office/drawing/2010/main">
                  <a14:imgLayer r:embed="rId4">
                    <a14:imgEffect>
                      <a14:sharpenSoften amount="25000"/>
                    </a14:imgEffect>
                    <a14:imgEffect>
                      <a14:brightnessContrast contrast="-20000"/>
                    </a14:imgEffect>
                  </a14:imgLayer>
                </a14:imgProps>
              </a:ext>
              <a:ext uri="{28A0092B-C50C-407E-A947-70E740481C1C}">
                <a14:useLocalDpi xmlns:a14="http://schemas.microsoft.com/office/drawing/2010/main"/>
              </a:ext>
            </a:extLst>
          </a:blip>
          <a:srcRect l="2541" r="2541"/>
          <a:stretch/>
        </p:blipFill>
        <p:spPr>
          <a:xfrm>
            <a:off x="7680960" y="804672"/>
            <a:ext cx="3475649" cy="5248656"/>
          </a:xfrm>
        </p:spPr>
      </p:pic>
      <p:sp>
        <p:nvSpPr>
          <p:cNvPr id="4" name="Text Placeholder 10">
            <a:extLst>
              <a:ext uri="{FF2B5EF4-FFF2-40B4-BE49-F238E27FC236}">
                <a16:creationId xmlns:a16="http://schemas.microsoft.com/office/drawing/2014/main" id="{104F5115-4987-5C8E-E191-E06A29A553D3}"/>
              </a:ext>
            </a:extLst>
          </p:cNvPr>
          <p:cNvSpPr txBox="1">
            <a:spLocks/>
          </p:cNvSpPr>
          <p:nvPr/>
        </p:nvSpPr>
        <p:spPr>
          <a:xfrm>
            <a:off x="6622354" y="3330533"/>
            <a:ext cx="2121408" cy="2121408"/>
          </a:xfrm>
          <a:prstGeom prst="ellipse">
            <a:avLst/>
          </a:prstGeom>
          <a:solidFill>
            <a:schemeClr val="accent1">
              <a:alpha val="72000"/>
            </a:schemeClr>
          </a:solidFill>
        </p:spPr>
        <p:txBody>
          <a:bodyPr/>
          <a:lstStyle>
            <a:lvl1pPr marL="0" indent="0" algn="l" defTabSz="914400" rtl="0" eaLnBrk="1" latinLnBrk="0" hangingPunct="1">
              <a:lnSpc>
                <a:spcPct val="150000"/>
              </a:lnSpc>
              <a:spcBef>
                <a:spcPts val="1000"/>
              </a:spcBef>
              <a:buFontTx/>
              <a:buNone/>
              <a:defRPr sz="300" b="0" i="0" kern="1200">
                <a:solidFill>
                  <a:schemeClr val="accent1">
                    <a:alpha val="0"/>
                  </a:schemeClr>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Click to edit Master text styles</a:t>
            </a:r>
          </a:p>
        </p:txBody>
      </p:sp>
      <p:sp>
        <p:nvSpPr>
          <p:cNvPr id="8" name="Text Placeholder 10">
            <a:extLst>
              <a:ext uri="{FF2B5EF4-FFF2-40B4-BE49-F238E27FC236}">
                <a16:creationId xmlns:a16="http://schemas.microsoft.com/office/drawing/2014/main" id="{1EA969D2-43E7-374C-2BD3-3ED94ADEAE97}"/>
              </a:ext>
            </a:extLst>
          </p:cNvPr>
          <p:cNvSpPr txBox="1">
            <a:spLocks/>
          </p:cNvSpPr>
          <p:nvPr/>
        </p:nvSpPr>
        <p:spPr>
          <a:xfrm>
            <a:off x="10972800" y="1515070"/>
            <a:ext cx="371815" cy="1033272"/>
          </a:xfrm>
          <a:prstGeom prst="rect">
            <a:avLst/>
          </a:prstGeom>
          <a:solidFill>
            <a:schemeClr val="accent1">
              <a:alpha val="83000"/>
            </a:schemeClr>
          </a:solidFill>
        </p:spPr>
        <p:txBody>
          <a:bodyPr/>
          <a:lstStyle>
            <a:lvl1pPr marL="0" indent="0" algn="l" defTabSz="914400" rtl="0" eaLnBrk="1" latinLnBrk="0" hangingPunct="1">
              <a:lnSpc>
                <a:spcPct val="150000"/>
              </a:lnSpc>
              <a:spcBef>
                <a:spcPts val="1000"/>
              </a:spcBef>
              <a:buFontTx/>
              <a:buNone/>
              <a:defRPr sz="300" b="0" i="0" kern="1200">
                <a:solidFill>
                  <a:schemeClr val="accent1">
                    <a:alpha val="0"/>
                  </a:schemeClr>
                </a:solidFill>
                <a:latin typeface="+mn-lt"/>
                <a:ea typeface="+mn-ea"/>
                <a:cs typeface="+mn-cs"/>
              </a:defRPr>
            </a:lvl1pPr>
            <a:lvl2pPr marL="457200" indent="0" algn="l" defTabSz="914400" rtl="0" eaLnBrk="1" latinLnBrk="0" hangingPunct="1">
              <a:lnSpc>
                <a:spcPct val="150000"/>
              </a:lnSpc>
              <a:spcBef>
                <a:spcPts val="500"/>
              </a:spcBef>
              <a:buFontTx/>
              <a:buNone/>
              <a:defRPr sz="2200" b="0" i="0" kern="1200">
                <a:solidFill>
                  <a:schemeClr val="tx1"/>
                </a:solidFill>
                <a:latin typeface="Avenir Next LT Pro" panose="020B0504020202020204" pitchFamily="34" charset="77"/>
                <a:ea typeface="+mn-ea"/>
                <a:cs typeface="+mn-cs"/>
              </a:defRPr>
            </a:lvl2pPr>
            <a:lvl3pPr marL="914400" indent="0" algn="l" defTabSz="914400" rtl="0" eaLnBrk="1" latinLnBrk="0" hangingPunct="1">
              <a:lnSpc>
                <a:spcPct val="150000"/>
              </a:lnSpc>
              <a:spcBef>
                <a:spcPts val="500"/>
              </a:spcBef>
              <a:buFontTx/>
              <a:buNone/>
              <a:defRPr sz="2000" b="0" i="0" kern="1200">
                <a:solidFill>
                  <a:schemeClr val="tx1"/>
                </a:solidFill>
                <a:latin typeface="Avenir Next LT Pro" panose="020B0504020202020204" pitchFamily="34" charset="77"/>
                <a:ea typeface="+mn-ea"/>
                <a:cs typeface="+mn-cs"/>
              </a:defRPr>
            </a:lvl3pPr>
            <a:lvl4pPr marL="13716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4pPr>
            <a:lvl5pPr marL="1828800" indent="0" algn="l" defTabSz="914400" rtl="0" eaLnBrk="1" latinLnBrk="0" hangingPunct="1">
              <a:lnSpc>
                <a:spcPct val="150000"/>
              </a:lnSpc>
              <a:spcBef>
                <a:spcPts val="500"/>
              </a:spcBef>
              <a:buFontTx/>
              <a:buNone/>
              <a:defRPr sz="1800" b="0" i="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Click to edit Master text styles</a:t>
            </a:r>
          </a:p>
        </p:txBody>
      </p:sp>
      <p:sp>
        <p:nvSpPr>
          <p:cNvPr id="16" name="Slide Number Placeholder 15">
            <a:extLst>
              <a:ext uri="{FF2B5EF4-FFF2-40B4-BE49-F238E27FC236}">
                <a16:creationId xmlns:a16="http://schemas.microsoft.com/office/drawing/2014/main" id="{CCB2D080-C33E-7ABA-4BFC-D6F8F922FF10}"/>
              </a:ext>
            </a:extLst>
          </p:cNvPr>
          <p:cNvSpPr>
            <a:spLocks noGrp="1"/>
          </p:cNvSpPr>
          <p:nvPr>
            <p:ph type="sldNum" sz="quarter" idx="11"/>
          </p:nvPr>
        </p:nvSpPr>
        <p:spPr/>
        <p:txBody>
          <a:bodyPr/>
          <a:lstStyle/>
          <a:p>
            <a:fld id="{09A01C0A-2BB6-49E7-91A3-DCB9F9F59583}" type="slidenum">
              <a:rPr lang="en-US" smtClean="0"/>
              <a:pPr/>
              <a:t>4</a:t>
            </a:fld>
            <a:endParaRPr lang="en-US" dirty="0"/>
          </a:p>
        </p:txBody>
      </p:sp>
    </p:spTree>
    <p:extLst>
      <p:ext uri="{BB962C8B-B14F-4D97-AF65-F5344CB8AC3E}">
        <p14:creationId xmlns:p14="http://schemas.microsoft.com/office/powerpoint/2010/main" val="4278401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D3C5A-CEA8-6DDC-B3F1-41D07C4FA704}"/>
              </a:ext>
            </a:extLst>
          </p:cNvPr>
          <p:cNvSpPr>
            <a:spLocks noGrp="1"/>
          </p:cNvSpPr>
          <p:nvPr>
            <p:ph type="title"/>
          </p:nvPr>
        </p:nvSpPr>
        <p:spPr>
          <a:xfrm>
            <a:off x="6250957" y="416789"/>
            <a:ext cx="5093208" cy="713232"/>
          </a:xfrm>
        </p:spPr>
        <p:txBody>
          <a:bodyPr/>
          <a:lstStyle/>
          <a:p>
            <a:pPr algn="ctr"/>
            <a:r>
              <a:rPr lang="en-US" dirty="0"/>
              <a:t>OBJECTIVES</a:t>
            </a:r>
          </a:p>
        </p:txBody>
      </p:sp>
      <p:sp>
        <p:nvSpPr>
          <p:cNvPr id="5" name="Subtitle 4">
            <a:extLst>
              <a:ext uri="{FF2B5EF4-FFF2-40B4-BE49-F238E27FC236}">
                <a16:creationId xmlns:a16="http://schemas.microsoft.com/office/drawing/2014/main" id="{0E8B56C7-C38F-E96E-3C19-8ACF8AF9E716}"/>
              </a:ext>
            </a:extLst>
          </p:cNvPr>
          <p:cNvSpPr>
            <a:spLocks noGrp="1"/>
          </p:cNvSpPr>
          <p:nvPr>
            <p:ph type="subTitle" idx="1"/>
          </p:nvPr>
        </p:nvSpPr>
        <p:spPr>
          <a:xfrm>
            <a:off x="6250956" y="1571587"/>
            <a:ext cx="4947985" cy="4869623"/>
          </a:xfrm>
        </p:spPr>
        <p:txBody>
          <a:bodyPr/>
          <a:lstStyle/>
          <a:p>
            <a:pPr marL="285750" indent="-285750">
              <a:buFont typeface="Arial" panose="020B0604020202020204" pitchFamily="34" charset="0"/>
              <a:buChar char="•"/>
            </a:pPr>
            <a:r>
              <a:rPr lang="en-US" sz="2000" dirty="0" err="1">
                <a:latin typeface="Georgia" panose="02040502050405020303" pitchFamily="18" charset="0"/>
              </a:rPr>
              <a:t>Analyse</a:t>
            </a:r>
            <a:r>
              <a:rPr lang="en-US" sz="2000" dirty="0">
                <a:latin typeface="Georgia" panose="02040502050405020303" pitchFamily="18" charset="0"/>
              </a:rPr>
              <a:t> traffic crash patterns in terms of frequency, severity, time, and location.</a:t>
            </a:r>
          </a:p>
          <a:p>
            <a:pPr marL="285750" indent="-285750">
              <a:buFont typeface="Arial" panose="020B0604020202020204" pitchFamily="34" charset="0"/>
              <a:buChar char="•"/>
            </a:pPr>
            <a:r>
              <a:rPr lang="en-US" sz="2000" dirty="0">
                <a:latin typeface="Georgia" panose="02040502050405020303" pitchFamily="18" charset="0"/>
              </a:rPr>
              <a:t>Use GROUP BY with aggregates (COUNT</a:t>
            </a:r>
            <a:r>
              <a:rPr lang="en-US" sz="2000">
                <a:latin typeface="Georgia" panose="02040502050405020303" pitchFamily="18" charset="0"/>
              </a:rPr>
              <a:t>, SUM) </a:t>
            </a:r>
            <a:r>
              <a:rPr lang="en-US" sz="2000" dirty="0">
                <a:latin typeface="Georgia" panose="02040502050405020303" pitchFamily="18" charset="0"/>
              </a:rPr>
              <a:t>for summarization</a:t>
            </a:r>
          </a:p>
          <a:p>
            <a:pPr marL="285750" indent="-285750">
              <a:buFont typeface="Arial" panose="020B0604020202020204" pitchFamily="34" charset="0"/>
              <a:buChar char="•"/>
            </a:pPr>
            <a:r>
              <a:rPr lang="en-US" sz="2000" dirty="0">
                <a:latin typeface="Georgia" panose="02040502050405020303" pitchFamily="18" charset="0"/>
              </a:rPr>
              <a:t>Apply CASE WHEN, WHERE,  for categorization and filtering.</a:t>
            </a:r>
          </a:p>
          <a:p>
            <a:pPr marL="285750" indent="-285750">
              <a:buFont typeface="Arial" panose="020B0604020202020204" pitchFamily="34" charset="0"/>
              <a:buChar char="•"/>
            </a:pPr>
            <a:r>
              <a:rPr lang="en-US" sz="2000" dirty="0">
                <a:latin typeface="Georgia" panose="02040502050405020303" pitchFamily="18" charset="0"/>
              </a:rPr>
              <a:t>Use window functions (ROW_NUMBER, LAG) for ranking and trend analysis</a:t>
            </a:r>
          </a:p>
          <a:p>
            <a:pPr marL="285750" indent="-285750">
              <a:buFont typeface="Arial" panose="020B0604020202020204" pitchFamily="34" charset="0"/>
              <a:buChar char="•"/>
            </a:pPr>
            <a:r>
              <a:rPr lang="en-US" sz="2000" dirty="0">
                <a:latin typeface="Georgia" panose="02040502050405020303" pitchFamily="18" charset="0"/>
              </a:rPr>
              <a:t>Identify hotspots using CTEs, subqueries, and latitude–longitude grouping.</a:t>
            </a:r>
          </a:p>
        </p:txBody>
      </p:sp>
    </p:spTree>
    <p:extLst>
      <p:ext uri="{BB962C8B-B14F-4D97-AF65-F5344CB8AC3E}">
        <p14:creationId xmlns:p14="http://schemas.microsoft.com/office/powerpoint/2010/main" val="2521615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7F8D88-DE22-2DE5-BF64-9FC10B8DC4E0}"/>
              </a:ext>
            </a:extLst>
          </p:cNvPr>
          <p:cNvSpPr>
            <a:spLocks noGrp="1"/>
          </p:cNvSpPr>
          <p:nvPr>
            <p:ph type="title"/>
          </p:nvPr>
        </p:nvSpPr>
        <p:spPr>
          <a:xfrm>
            <a:off x="618744" y="235973"/>
            <a:ext cx="10954512" cy="657975"/>
          </a:xfrm>
        </p:spPr>
        <p:txBody>
          <a:bodyPr/>
          <a:lstStyle/>
          <a:p>
            <a:r>
              <a:rPr lang="en-US" dirty="0">
                <a:solidFill>
                  <a:srgbClr val="3CF3D1"/>
                </a:solidFill>
              </a:rPr>
              <a:t>Methods and steps</a:t>
            </a:r>
          </a:p>
        </p:txBody>
      </p:sp>
      <p:sp>
        <p:nvSpPr>
          <p:cNvPr id="7" name="Text Placeholder 6">
            <a:extLst>
              <a:ext uri="{FF2B5EF4-FFF2-40B4-BE49-F238E27FC236}">
                <a16:creationId xmlns:a16="http://schemas.microsoft.com/office/drawing/2014/main" id="{F74321E3-704E-37A8-CFB9-768FCE6AD758}"/>
              </a:ext>
            </a:extLst>
          </p:cNvPr>
          <p:cNvSpPr>
            <a:spLocks noGrp="1"/>
          </p:cNvSpPr>
          <p:nvPr>
            <p:ph type="body" sz="quarter" idx="12"/>
          </p:nvPr>
        </p:nvSpPr>
        <p:spPr>
          <a:xfrm>
            <a:off x="260963" y="1169251"/>
            <a:ext cx="5304095" cy="5339704"/>
          </a:xfrm>
        </p:spPr>
        <p:txBody>
          <a:bodyPr/>
          <a:lstStyle/>
          <a:p>
            <a:pPr>
              <a:lnSpc>
                <a:spcPct val="100000"/>
              </a:lnSpc>
            </a:pPr>
            <a:r>
              <a:rPr lang="en-US" b="1" dirty="0">
                <a:latin typeface="Californian FB" panose="0207040306080B030204" pitchFamily="18" charset="0"/>
              </a:rPr>
              <a:t>Download the dataset and convert to </a:t>
            </a:r>
            <a:r>
              <a:rPr lang="en-US" b="1" dirty="0" err="1">
                <a:latin typeface="Californian FB" panose="0207040306080B030204" pitchFamily="18" charset="0"/>
              </a:rPr>
              <a:t>Dataframe</a:t>
            </a:r>
            <a:r>
              <a:rPr lang="en-US" b="1" dirty="0">
                <a:latin typeface="Californian FB" panose="0207040306080B030204" pitchFamily="18" charset="0"/>
              </a:rPr>
              <a:t> using pandas</a:t>
            </a:r>
          </a:p>
          <a:p>
            <a:pPr>
              <a:lnSpc>
                <a:spcPct val="100000"/>
              </a:lnSpc>
            </a:pPr>
            <a:r>
              <a:rPr lang="en-US" b="1" dirty="0">
                <a:latin typeface="Californian FB" panose="0207040306080B030204" pitchFamily="18" charset="0"/>
              </a:rPr>
              <a:t>Connect the dataset to SQL using connection, cursor and add the dataset to SQL(performing basic SQL queries)</a:t>
            </a:r>
          </a:p>
          <a:p>
            <a:pPr>
              <a:lnSpc>
                <a:spcPct val="100000"/>
              </a:lnSpc>
            </a:pPr>
            <a:r>
              <a:rPr lang="en-US" b="1" dirty="0">
                <a:latin typeface="Californian FB" panose="0207040306080B030204" pitchFamily="18" charset="0"/>
              </a:rPr>
              <a:t>Solving given queries in python and crosscheck in SQL</a:t>
            </a:r>
          </a:p>
          <a:p>
            <a:pPr>
              <a:lnSpc>
                <a:spcPct val="150000"/>
              </a:lnSpc>
            </a:pPr>
            <a:r>
              <a:rPr lang="en-US" b="1" dirty="0">
                <a:latin typeface="Californian FB" panose="0207040306080B030204" pitchFamily="18" charset="0"/>
              </a:rPr>
              <a:t>Implement stream lit for the queries to be displayed through </a:t>
            </a:r>
            <a:r>
              <a:rPr lang="en-US" b="1" dirty="0" err="1">
                <a:latin typeface="Californian FB" panose="0207040306080B030204" pitchFamily="18" charset="0"/>
              </a:rPr>
              <a:t>vscode</a:t>
            </a:r>
            <a:endParaRPr lang="en-US" b="1" dirty="0">
              <a:latin typeface="Californian FB" panose="0207040306080B030204" pitchFamily="18" charset="0"/>
            </a:endParaRPr>
          </a:p>
          <a:p>
            <a:pPr>
              <a:lnSpc>
                <a:spcPct val="100000"/>
              </a:lnSpc>
            </a:pPr>
            <a:r>
              <a:rPr lang="en-US" b="1" dirty="0">
                <a:latin typeface="Californian FB" panose="0207040306080B030204" pitchFamily="18" charset="0"/>
              </a:rPr>
              <a:t>Upload in </a:t>
            </a:r>
            <a:r>
              <a:rPr lang="en-US" b="1" dirty="0" err="1">
                <a:latin typeface="Californian FB" panose="0207040306080B030204" pitchFamily="18" charset="0"/>
              </a:rPr>
              <a:t>Github</a:t>
            </a:r>
            <a:r>
              <a:rPr lang="en-US" b="1" dirty="0">
                <a:latin typeface="Californian FB" panose="0207040306080B030204" pitchFamily="18" charset="0"/>
              </a:rPr>
              <a:t> repository </a:t>
            </a:r>
          </a:p>
          <a:p>
            <a:pPr>
              <a:lnSpc>
                <a:spcPct val="100000"/>
              </a:lnSpc>
            </a:pPr>
            <a:endParaRPr lang="en-US" dirty="0"/>
          </a:p>
          <a:p>
            <a:pPr marL="0" indent="0">
              <a:lnSpc>
                <a:spcPct val="100000"/>
              </a:lnSpc>
              <a:buNone/>
            </a:pPr>
            <a:endParaRPr lang="en-US" dirty="0"/>
          </a:p>
          <a:p>
            <a:pPr marL="0" indent="0">
              <a:lnSpc>
                <a:spcPct val="100000"/>
              </a:lnSpc>
              <a:buNone/>
            </a:pPr>
            <a:endParaRPr lang="en-US" dirty="0"/>
          </a:p>
          <a:p>
            <a:pPr marL="0" indent="0">
              <a:lnSpc>
                <a:spcPct val="100000"/>
              </a:lnSpc>
              <a:buNone/>
            </a:pPr>
            <a:endParaRPr lang="en-US" dirty="0"/>
          </a:p>
          <a:p>
            <a:pPr marL="0" indent="0">
              <a:lnSpc>
                <a:spcPct val="100000"/>
              </a:lnSpc>
              <a:buNone/>
            </a:pPr>
            <a:endParaRPr lang="en-US" dirty="0"/>
          </a:p>
        </p:txBody>
      </p:sp>
      <p:sp>
        <p:nvSpPr>
          <p:cNvPr id="12" name="Slide Number Placeholder 11">
            <a:extLst>
              <a:ext uri="{FF2B5EF4-FFF2-40B4-BE49-F238E27FC236}">
                <a16:creationId xmlns:a16="http://schemas.microsoft.com/office/drawing/2014/main" id="{A8CBBE5F-9A1C-95FF-B955-8D818F3A20E6}"/>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6</a:t>
            </a:fld>
            <a:endParaRPr lang="en-US" dirty="0"/>
          </a:p>
        </p:txBody>
      </p:sp>
    </p:spTree>
    <p:extLst>
      <p:ext uri="{BB962C8B-B14F-4D97-AF65-F5344CB8AC3E}">
        <p14:creationId xmlns:p14="http://schemas.microsoft.com/office/powerpoint/2010/main" val="1572098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24219-C450-9795-3D37-675668F591FE}"/>
              </a:ext>
            </a:extLst>
          </p:cNvPr>
          <p:cNvSpPr>
            <a:spLocks noGrp="1"/>
          </p:cNvSpPr>
          <p:nvPr>
            <p:ph type="title"/>
          </p:nvPr>
        </p:nvSpPr>
        <p:spPr>
          <a:xfrm>
            <a:off x="2648932" y="0"/>
            <a:ext cx="6894136" cy="6894136"/>
          </a:xfrm>
        </p:spPr>
        <p:txBody>
          <a:bodyPr/>
          <a:lstStyle/>
          <a:p>
            <a:r>
              <a:rPr lang="en-US" dirty="0"/>
              <a:t>Analysis and observation</a:t>
            </a:r>
          </a:p>
        </p:txBody>
      </p:sp>
    </p:spTree>
    <p:extLst>
      <p:ext uri="{BB962C8B-B14F-4D97-AF65-F5344CB8AC3E}">
        <p14:creationId xmlns:p14="http://schemas.microsoft.com/office/powerpoint/2010/main" val="1753578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EA49A-DC7C-9C4F-2F9A-564E195C5628}"/>
              </a:ext>
            </a:extLst>
          </p:cNvPr>
          <p:cNvSpPr>
            <a:spLocks noGrp="1"/>
          </p:cNvSpPr>
          <p:nvPr>
            <p:ph type="title"/>
          </p:nvPr>
        </p:nvSpPr>
        <p:spPr>
          <a:xfrm>
            <a:off x="4873736" y="36573"/>
            <a:ext cx="4187237" cy="924231"/>
          </a:xfrm>
        </p:spPr>
        <p:txBody>
          <a:bodyPr anchor="t"/>
          <a:lstStyle/>
          <a:p>
            <a:r>
              <a:rPr lang="en-US" dirty="0"/>
              <a:t> observation</a:t>
            </a:r>
          </a:p>
        </p:txBody>
      </p:sp>
      <p:pic>
        <p:nvPicPr>
          <p:cNvPr id="23" name="Picture Placeholder 22" descr="View of city skyscrapers looking up">
            <a:extLst>
              <a:ext uri="{FF2B5EF4-FFF2-40B4-BE49-F238E27FC236}">
                <a16:creationId xmlns:a16="http://schemas.microsoft.com/office/drawing/2014/main" id="{EA0720B9-8012-11BC-9281-4F57A58FAD3B}"/>
              </a:ext>
            </a:extLst>
          </p:cNvPr>
          <p:cNvPicPr>
            <a:picLocks noGrp="1" noChangeAspect="1"/>
          </p:cNvPicPr>
          <p:nvPr>
            <p:ph type="pic" sz="quarter" idx="13"/>
          </p:nvPr>
        </p:nvPicPr>
        <p:blipFill>
          <a:blip r:embed="rId2"/>
          <a:srcRect l="523" r="523"/>
          <a:stretch/>
        </p:blipFill>
        <p:spPr>
          <a:xfrm>
            <a:off x="0" y="3159126"/>
            <a:ext cx="4577463" cy="3698875"/>
          </a:xfrm>
        </p:spPr>
      </p:pic>
      <p:sp>
        <p:nvSpPr>
          <p:cNvPr id="10" name="Content Placeholder 9">
            <a:extLst>
              <a:ext uri="{FF2B5EF4-FFF2-40B4-BE49-F238E27FC236}">
                <a16:creationId xmlns:a16="http://schemas.microsoft.com/office/drawing/2014/main" id="{6716CAA9-374B-601A-A4B6-6F92CD182236}"/>
              </a:ext>
            </a:extLst>
          </p:cNvPr>
          <p:cNvSpPr>
            <a:spLocks noGrp="1"/>
          </p:cNvSpPr>
          <p:nvPr>
            <p:ph sz="half" idx="12"/>
          </p:nvPr>
        </p:nvSpPr>
        <p:spPr>
          <a:xfrm>
            <a:off x="5179318" y="1394211"/>
            <a:ext cx="6420069" cy="1976283"/>
          </a:xfrm>
        </p:spPr>
        <p:txBody>
          <a:bodyPr>
            <a:normAutofit lnSpcReduction="10000"/>
          </a:bodyPr>
          <a:lstStyle/>
          <a:p>
            <a:r>
              <a:rPr lang="en-US" sz="1600" u="sng" dirty="0" err="1"/>
              <a:t>Dataframe</a:t>
            </a:r>
            <a:r>
              <a:rPr lang="en-US" sz="1600" u="sng" dirty="0"/>
              <a:t> :</a:t>
            </a:r>
          </a:p>
          <a:p>
            <a:pPr latinLnBrk="1"/>
            <a:r>
              <a:rPr lang="en-IN" sz="1400" dirty="0" err="1">
                <a:latin typeface="Californian FB" panose="0207040306080B030204" pitchFamily="18" charset="0"/>
              </a:rPr>
              <a:t>dtypes</a:t>
            </a:r>
            <a:r>
              <a:rPr lang="en-IN" sz="1400" dirty="0">
                <a:latin typeface="Californian FB" panose="0207040306080B030204" pitchFamily="18" charset="0"/>
              </a:rPr>
              <a:t>: float64(10), int64(7), object(22)</a:t>
            </a:r>
          </a:p>
          <a:p>
            <a:pPr latinLnBrk="1"/>
            <a:r>
              <a:rPr lang="en-IN" sz="1400" dirty="0">
                <a:latin typeface="Californian FB" panose="0207040306080B030204" pitchFamily="18" charset="0"/>
              </a:rPr>
              <a:t>memory usage: 196.7+ MB</a:t>
            </a:r>
          </a:p>
          <a:p>
            <a:pPr latinLnBrk="1"/>
            <a:r>
              <a:rPr lang="en-IN" sz="1400" dirty="0" err="1">
                <a:latin typeface="Californian FB" panose="0207040306080B030204" pitchFamily="18" charset="0"/>
              </a:rPr>
              <a:t>RangeIndex</a:t>
            </a:r>
            <a:r>
              <a:rPr lang="en-IN" sz="1400" dirty="0">
                <a:latin typeface="Californian FB" panose="0207040306080B030204" pitchFamily="18" charset="0"/>
              </a:rPr>
              <a:t>: 660934 entries, 0 to 660933</a:t>
            </a:r>
          </a:p>
          <a:p>
            <a:pPr latinLnBrk="1"/>
            <a:r>
              <a:rPr lang="en-IN" sz="1400" dirty="0">
                <a:latin typeface="Californian FB" panose="0207040306080B030204" pitchFamily="18" charset="0"/>
              </a:rPr>
              <a:t>Data columns (total 39 columns)</a:t>
            </a:r>
          </a:p>
          <a:p>
            <a:pPr latinLnBrk="1"/>
            <a:endParaRPr lang="en-IN" sz="1400" dirty="0">
              <a:latin typeface="Californian FB" panose="0207040306080B030204" pitchFamily="18" charset="0"/>
            </a:endParaRPr>
          </a:p>
          <a:p>
            <a:pPr latinLnBrk="1"/>
            <a:endParaRPr lang="en-IN" sz="1400" b="0" dirty="0"/>
          </a:p>
          <a:p>
            <a:pPr latinLnBrk="1"/>
            <a:endParaRPr lang="en-IN" b="0" dirty="0"/>
          </a:p>
          <a:p>
            <a:endParaRPr lang="en-US" dirty="0"/>
          </a:p>
        </p:txBody>
      </p:sp>
      <p:sp>
        <p:nvSpPr>
          <p:cNvPr id="6" name="Content Placeholder 3">
            <a:extLst>
              <a:ext uri="{FF2B5EF4-FFF2-40B4-BE49-F238E27FC236}">
                <a16:creationId xmlns:a16="http://schemas.microsoft.com/office/drawing/2014/main" id="{864D6ACC-22BB-B3AD-E797-74518F06BE3A}"/>
              </a:ext>
            </a:extLst>
          </p:cNvPr>
          <p:cNvSpPr>
            <a:spLocks noGrp="1"/>
          </p:cNvSpPr>
          <p:nvPr>
            <p:ph sz="half" idx="2"/>
          </p:nvPr>
        </p:nvSpPr>
        <p:spPr>
          <a:xfrm>
            <a:off x="5179318" y="3803901"/>
            <a:ext cx="5095392" cy="1976283"/>
          </a:xfrm>
          <a:noFill/>
        </p:spPr>
        <p:txBody>
          <a:bodyPr vert="horz" lIns="91440" tIns="45720" rIns="91440" bIns="45720" rtlCol="0" anchor="t">
            <a:noAutofit/>
          </a:bodyPr>
          <a:lstStyle/>
          <a:p>
            <a:r>
              <a:rPr lang="en-US" u="sng" dirty="0"/>
              <a:t>SQL:</a:t>
            </a:r>
          </a:p>
          <a:p>
            <a:pPr marL="285750" indent="-285750">
              <a:lnSpc>
                <a:spcPct val="150000"/>
              </a:lnSpc>
              <a:buFont typeface="Arial" panose="020B0604020202020204" pitchFamily="34" charset="0"/>
              <a:buChar char="•"/>
            </a:pPr>
            <a:r>
              <a:rPr lang="en-US" sz="1400" dirty="0"/>
              <a:t>MySQL Connector and </a:t>
            </a:r>
            <a:r>
              <a:rPr lang="en-US" sz="1400" cap="none" dirty="0"/>
              <a:t>SQLALCHEMY</a:t>
            </a:r>
            <a:r>
              <a:rPr lang="en-US" sz="1400" dirty="0"/>
              <a:t> were used to establish database connectivity.</a:t>
            </a:r>
          </a:p>
          <a:p>
            <a:pPr marL="285750" indent="-285750">
              <a:buFont typeface="Arial" panose="020B0604020202020204" pitchFamily="34" charset="0"/>
              <a:buChar char="•"/>
            </a:pPr>
            <a:r>
              <a:rPr lang="en-US" sz="1400" dirty="0"/>
              <a:t>Using effective </a:t>
            </a:r>
            <a:r>
              <a:rPr lang="en-US" sz="1400" dirty="0">
                <a:latin typeface="Californian FB" panose="0207040306080B030204" pitchFamily="18" charset="0"/>
              </a:rPr>
              <a:t>batch</a:t>
            </a:r>
            <a:r>
              <a:rPr lang="en-US" sz="1400" dirty="0"/>
              <a:t> insertion methods, traffic data is loaded into MySQL.</a:t>
            </a:r>
          </a:p>
        </p:txBody>
      </p:sp>
      <p:sp>
        <p:nvSpPr>
          <p:cNvPr id="27" name="Slide Number Placeholder 26">
            <a:extLst>
              <a:ext uri="{FF2B5EF4-FFF2-40B4-BE49-F238E27FC236}">
                <a16:creationId xmlns:a16="http://schemas.microsoft.com/office/drawing/2014/main" id="{A4B6E0DA-DEBF-CAD7-638D-5FAC6A83CE38}"/>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8</a:t>
            </a:fld>
            <a:endParaRPr lang="en-US" dirty="0"/>
          </a:p>
        </p:txBody>
      </p:sp>
      <p:sp>
        <p:nvSpPr>
          <p:cNvPr id="26" name="Oval 25">
            <a:extLst>
              <a:ext uri="{FF2B5EF4-FFF2-40B4-BE49-F238E27FC236}">
                <a16:creationId xmlns:a16="http://schemas.microsoft.com/office/drawing/2014/main" id="{3B5704EA-7A65-5CC2-D428-F28396B06208}"/>
              </a:ext>
              <a:ext uri="{C183D7F6-B498-43B3-948B-1728B52AA6E4}">
                <adec:decorative xmlns:adec="http://schemas.microsoft.com/office/drawing/2017/decorative" val="1"/>
              </a:ext>
            </a:extLst>
          </p:cNvPr>
          <p:cNvSpPr/>
          <p:nvPr/>
        </p:nvSpPr>
        <p:spPr>
          <a:xfrm>
            <a:off x="281346" y="2724345"/>
            <a:ext cx="1292298" cy="1292298"/>
          </a:xfrm>
          <a:prstGeom prst="ellipse">
            <a:avLst/>
          </a:prstGeom>
          <a:solidFill>
            <a:schemeClr val="accent1">
              <a:alpha val="760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75000"/>
                </a:schemeClr>
              </a:solidFill>
            </a:endParaRPr>
          </a:p>
        </p:txBody>
      </p:sp>
    </p:spTree>
    <p:extLst>
      <p:ext uri="{BB962C8B-B14F-4D97-AF65-F5344CB8AC3E}">
        <p14:creationId xmlns:p14="http://schemas.microsoft.com/office/powerpoint/2010/main" val="1323760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C097A-775B-08E5-6C81-5BA1BCE9ACD7}"/>
              </a:ext>
            </a:extLst>
          </p:cNvPr>
          <p:cNvSpPr>
            <a:spLocks noGrp="1"/>
          </p:cNvSpPr>
          <p:nvPr>
            <p:ph type="title"/>
          </p:nvPr>
        </p:nvSpPr>
        <p:spPr>
          <a:xfrm>
            <a:off x="379820" y="452284"/>
            <a:ext cx="11007311" cy="802403"/>
          </a:xfrm>
        </p:spPr>
        <p:txBody>
          <a:bodyPr/>
          <a:lstStyle/>
          <a:p>
            <a:r>
              <a:rPr lang="en-IN" sz="2400" cap="none" dirty="0">
                <a:latin typeface="Cambria" panose="02040503050406030204" pitchFamily="18" charset="0"/>
                <a:ea typeface="Cambria" panose="02040503050406030204" pitchFamily="18" charset="0"/>
                <a:cs typeface="Times New Roman" panose="02020603050405020304" pitchFamily="18" charset="0"/>
              </a:rPr>
              <a:t>Top 5 Most Dangerous Combinations Of Weather And Crash Type</a:t>
            </a:r>
            <a:r>
              <a:rPr lang="en-IN" sz="2400" b="0" cap="none" dirty="0">
                <a:latin typeface="Cambria" panose="02040503050406030204" pitchFamily="18" charset="0"/>
                <a:ea typeface="Cambria" panose="02040503050406030204" pitchFamily="18" charset="0"/>
                <a:cs typeface="Times New Roman" panose="02020603050405020304" pitchFamily="18" charset="0"/>
              </a:rPr>
              <a:t> </a:t>
            </a:r>
            <a:r>
              <a:rPr lang="en-IN" sz="2400" cap="none" dirty="0">
                <a:latin typeface="Cambria" panose="02040503050406030204" pitchFamily="18" charset="0"/>
                <a:ea typeface="Cambria" panose="02040503050406030204" pitchFamily="18" charset="0"/>
                <a:cs typeface="Times New Roman" panose="02020603050405020304" pitchFamily="18" charset="0"/>
              </a:rPr>
              <a:t>Based On Total Crashes</a:t>
            </a:r>
            <a:r>
              <a:rPr lang="en-IN" sz="2400" b="0" cap="none" dirty="0">
                <a:latin typeface="Times New Roman" panose="02020603050405020304" pitchFamily="18" charset="0"/>
                <a:ea typeface="Cambria" panose="02040503050406030204" pitchFamily="18" charset="0"/>
                <a:cs typeface="Times New Roman" panose="02020603050405020304" pitchFamily="18" charset="0"/>
              </a:rPr>
              <a:t>.</a:t>
            </a:r>
            <a:endParaRPr lang="en-US" sz="2400" cap="none"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9CE23B6C-8A52-6407-0C43-F01FB97CFD97}"/>
              </a:ext>
            </a:extLst>
          </p:cNvPr>
          <p:cNvSpPr>
            <a:spLocks noGrp="1"/>
          </p:cNvSpPr>
          <p:nvPr>
            <p:ph type="sldNum" sz="quarter" idx="11"/>
          </p:nvPr>
        </p:nvSpPr>
        <p:spPr>
          <a:xfrm rot="16200000">
            <a:off x="11716512" y="6382510"/>
            <a:ext cx="566928" cy="384048"/>
          </a:xfrm>
        </p:spPr>
        <p:txBody>
          <a:bodyPr/>
          <a:lstStyle/>
          <a:p>
            <a:fld id="{09A01C0A-2BB6-49E7-91A3-DCB9F9F59583}" type="slidenum">
              <a:rPr lang="en-US" smtClean="0"/>
              <a:pPr/>
              <a:t>9</a:t>
            </a:fld>
            <a:endParaRPr lang="en-US" dirty="0"/>
          </a:p>
        </p:txBody>
      </p:sp>
      <p:pic>
        <p:nvPicPr>
          <p:cNvPr id="6" name="Picture 5">
            <a:extLst>
              <a:ext uri="{FF2B5EF4-FFF2-40B4-BE49-F238E27FC236}">
                <a16:creationId xmlns:a16="http://schemas.microsoft.com/office/drawing/2014/main" id="{2AE4A026-3B21-7AE4-C6BF-BA4B2B350A91}"/>
              </a:ext>
            </a:extLst>
          </p:cNvPr>
          <p:cNvPicPr>
            <a:picLocks noChangeAspect="1"/>
          </p:cNvPicPr>
          <p:nvPr/>
        </p:nvPicPr>
        <p:blipFill>
          <a:blip r:embed="rId2"/>
          <a:stretch>
            <a:fillRect/>
          </a:stretch>
        </p:blipFill>
        <p:spPr>
          <a:xfrm>
            <a:off x="379820" y="1724615"/>
            <a:ext cx="8373644" cy="2543530"/>
          </a:xfrm>
          <a:prstGeom prst="rect">
            <a:avLst/>
          </a:prstGeom>
        </p:spPr>
      </p:pic>
      <p:sp>
        <p:nvSpPr>
          <p:cNvPr id="12" name="Content Placeholder 8">
            <a:extLst>
              <a:ext uri="{FF2B5EF4-FFF2-40B4-BE49-F238E27FC236}">
                <a16:creationId xmlns:a16="http://schemas.microsoft.com/office/drawing/2014/main" id="{A2091FD9-D559-235B-AF4C-EF56E4EB70ED}"/>
              </a:ext>
            </a:extLst>
          </p:cNvPr>
          <p:cNvSpPr>
            <a:spLocks noGrp="1"/>
          </p:cNvSpPr>
          <p:nvPr>
            <p:ph sz="half" idx="2"/>
          </p:nvPr>
        </p:nvSpPr>
        <p:spPr>
          <a:xfrm>
            <a:off x="449263" y="4562475"/>
            <a:ext cx="10680853" cy="2093964"/>
          </a:xfrm>
        </p:spPr>
        <p:txBody>
          <a:bodyPr/>
          <a:lstStyle/>
          <a:p>
            <a:r>
              <a:rPr lang="en-IN" b="1" u="sng" dirty="0">
                <a:latin typeface="Cambria" panose="02040503050406030204" pitchFamily="18" charset="0"/>
                <a:ea typeface="Cambria" panose="02040503050406030204" pitchFamily="18" charset="0"/>
              </a:rPr>
              <a:t>Observation: </a:t>
            </a:r>
          </a:p>
          <a:p>
            <a:r>
              <a:rPr lang="en-IN" dirty="0">
                <a:latin typeface="Georgia" panose="02040502050405020303" pitchFamily="18" charset="0"/>
              </a:rPr>
              <a:t>Conditions are not the primary cause of most crashes, which happen in clear weather, the majority of collisions are parked motor, rear-end and sideswipe, indicating traffic jams and close driving, the general trend indicates that traffic density and human error are more important than weather.</a:t>
            </a:r>
          </a:p>
        </p:txBody>
      </p:sp>
    </p:spTree>
    <p:extLst>
      <p:ext uri="{BB962C8B-B14F-4D97-AF65-F5344CB8AC3E}">
        <p14:creationId xmlns:p14="http://schemas.microsoft.com/office/powerpoint/2010/main" val="64299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BDE65-7D7F-2E9C-9785-29B9D65712F0}"/>
              </a:ext>
            </a:extLst>
          </p:cNvPr>
          <p:cNvSpPr>
            <a:spLocks noGrp="1"/>
          </p:cNvSpPr>
          <p:nvPr>
            <p:ph type="title"/>
          </p:nvPr>
        </p:nvSpPr>
        <p:spPr>
          <a:xfrm>
            <a:off x="850392" y="182880"/>
            <a:ext cx="10122632" cy="1426464"/>
          </a:xfrm>
        </p:spPr>
        <p:txBody>
          <a:bodyPr/>
          <a:lstStyle/>
          <a:p>
            <a:r>
              <a:rPr lang="en-IN" cap="none" dirty="0">
                <a:latin typeface="Bodoni MT" panose="02070603080606020203" pitchFamily="18" charset="0"/>
              </a:rPr>
              <a:t>The Top Ten Streets With The Most Injuries From Crashes</a:t>
            </a:r>
            <a:br>
              <a:rPr lang="en-IN" b="0" dirty="0"/>
            </a:br>
            <a:endParaRPr lang="en-IN" dirty="0"/>
          </a:p>
        </p:txBody>
      </p:sp>
      <p:sp>
        <p:nvSpPr>
          <p:cNvPr id="4" name="Content Placeholder 3">
            <a:extLst>
              <a:ext uri="{FF2B5EF4-FFF2-40B4-BE49-F238E27FC236}">
                <a16:creationId xmlns:a16="http://schemas.microsoft.com/office/drawing/2014/main" id="{95CDB487-5F0F-5139-0A61-BC528B87BD0A}"/>
              </a:ext>
            </a:extLst>
          </p:cNvPr>
          <p:cNvSpPr>
            <a:spLocks noGrp="1"/>
          </p:cNvSpPr>
          <p:nvPr>
            <p:ph sz="half" idx="12"/>
          </p:nvPr>
        </p:nvSpPr>
        <p:spPr>
          <a:xfrm>
            <a:off x="850392" y="5205844"/>
            <a:ext cx="10085832" cy="1319647"/>
          </a:xfrm>
        </p:spPr>
        <p:txBody>
          <a:bodyPr/>
          <a:lstStyle/>
          <a:p>
            <a:r>
              <a:rPr lang="en-US" u="sng" dirty="0">
                <a:latin typeface="Georgia" panose="02040502050405020303" pitchFamily="18" charset="0"/>
              </a:rPr>
              <a:t>OBSERVATION:</a:t>
            </a:r>
          </a:p>
          <a:p>
            <a:r>
              <a:rPr lang="en-IN" dirty="0">
                <a:latin typeface="Calibri" panose="020F0502020204030204" pitchFamily="34" charset="0"/>
                <a:ea typeface="Calibri" panose="020F0502020204030204" pitchFamily="34" charset="0"/>
                <a:cs typeface="Calibri" panose="020F0502020204030204" pitchFamily="34" charset="0"/>
              </a:rPr>
              <a:t>Western Avenue, Pulaski Road, and Ashland Avenue have a high concentration of injury crashes, indicating high-risk, high-traffic areas</a:t>
            </a:r>
            <a:endParaRPr lang="en-US" u="sng" dirty="0">
              <a:latin typeface="Calibri" panose="020F0502020204030204" pitchFamily="34" charset="0"/>
              <a:ea typeface="Calibri" panose="020F0502020204030204" pitchFamily="34" charset="0"/>
              <a:cs typeface="Calibri" panose="020F0502020204030204" pitchFamily="34" charset="0"/>
            </a:endParaRPr>
          </a:p>
          <a:p>
            <a:endParaRPr lang="en-US" u="sng" dirty="0">
              <a:latin typeface="Georgia" panose="02040502050405020303" pitchFamily="18" charset="0"/>
            </a:endParaRPr>
          </a:p>
          <a:p>
            <a:endParaRPr lang="en-IN" dirty="0"/>
          </a:p>
        </p:txBody>
      </p:sp>
      <p:sp>
        <p:nvSpPr>
          <p:cNvPr id="5" name="Slide Number Placeholder 4">
            <a:extLst>
              <a:ext uri="{FF2B5EF4-FFF2-40B4-BE49-F238E27FC236}">
                <a16:creationId xmlns:a16="http://schemas.microsoft.com/office/drawing/2014/main" id="{B9434D7D-07F5-0692-788A-F347FEEAC4A2}"/>
              </a:ext>
            </a:extLst>
          </p:cNvPr>
          <p:cNvSpPr>
            <a:spLocks noGrp="1"/>
          </p:cNvSpPr>
          <p:nvPr>
            <p:ph type="sldNum" sz="quarter" idx="11"/>
          </p:nvPr>
        </p:nvSpPr>
        <p:spPr/>
        <p:txBody>
          <a:bodyPr/>
          <a:lstStyle/>
          <a:p>
            <a:fld id="{09A01C0A-2BB6-49E7-91A3-DCB9F9F59583}" type="slidenum">
              <a:rPr lang="en-US" smtClean="0"/>
              <a:pPr/>
              <a:t>10</a:t>
            </a:fld>
            <a:endParaRPr lang="en-US" dirty="0"/>
          </a:p>
        </p:txBody>
      </p:sp>
      <p:pic>
        <p:nvPicPr>
          <p:cNvPr id="7" name="Picture 6">
            <a:extLst>
              <a:ext uri="{FF2B5EF4-FFF2-40B4-BE49-F238E27FC236}">
                <a16:creationId xmlns:a16="http://schemas.microsoft.com/office/drawing/2014/main" id="{4A5FF52A-313E-DB75-3DF4-A2A97DFE1016}"/>
              </a:ext>
            </a:extLst>
          </p:cNvPr>
          <p:cNvPicPr>
            <a:picLocks noChangeAspect="1"/>
          </p:cNvPicPr>
          <p:nvPr/>
        </p:nvPicPr>
        <p:blipFill>
          <a:blip r:embed="rId2"/>
          <a:stretch>
            <a:fillRect/>
          </a:stretch>
        </p:blipFill>
        <p:spPr>
          <a:xfrm>
            <a:off x="765176" y="1361050"/>
            <a:ext cx="6629975" cy="3657917"/>
          </a:xfrm>
          <a:prstGeom prst="rect">
            <a:avLst/>
          </a:prstGeom>
        </p:spPr>
      </p:pic>
    </p:spTree>
    <p:extLst>
      <p:ext uri="{BB962C8B-B14F-4D97-AF65-F5344CB8AC3E}">
        <p14:creationId xmlns:p14="http://schemas.microsoft.com/office/powerpoint/2010/main" val="880073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2C8F7E6-D5A7-E601-09BB-86AC893A190C}"/>
              </a:ext>
            </a:extLst>
          </p:cNvPr>
          <p:cNvSpPr>
            <a:spLocks noGrp="1"/>
          </p:cNvSpPr>
          <p:nvPr>
            <p:ph type="title"/>
          </p:nvPr>
        </p:nvSpPr>
        <p:spPr>
          <a:xfrm>
            <a:off x="476766" y="310601"/>
            <a:ext cx="10122632" cy="841543"/>
          </a:xfrm>
        </p:spPr>
        <p:txBody>
          <a:bodyPr/>
          <a:lstStyle/>
          <a:p>
            <a:r>
              <a:rPr lang="en-IN" sz="2400" cap="none" dirty="0">
                <a:latin typeface="Times New Roman" panose="02020603050405020304" pitchFamily="18" charset="0"/>
                <a:cs typeface="Times New Roman" panose="02020603050405020304" pitchFamily="18" charset="0"/>
              </a:rPr>
              <a:t>Percentage Of Crashes That Resulted In Injuries For Each Crash Type</a:t>
            </a:r>
          </a:p>
        </p:txBody>
      </p:sp>
      <p:sp>
        <p:nvSpPr>
          <p:cNvPr id="12" name="Content Placeholder 11">
            <a:extLst>
              <a:ext uri="{FF2B5EF4-FFF2-40B4-BE49-F238E27FC236}">
                <a16:creationId xmlns:a16="http://schemas.microsoft.com/office/drawing/2014/main" id="{26C49ED3-AC68-366C-241E-00448E08DC58}"/>
              </a:ext>
            </a:extLst>
          </p:cNvPr>
          <p:cNvSpPr>
            <a:spLocks noGrp="1"/>
          </p:cNvSpPr>
          <p:nvPr>
            <p:ph sz="half" idx="12"/>
          </p:nvPr>
        </p:nvSpPr>
        <p:spPr>
          <a:xfrm>
            <a:off x="8669299" y="1874584"/>
            <a:ext cx="3060585" cy="3906341"/>
          </a:xfrm>
        </p:spPr>
        <p:txBody>
          <a:bodyPr/>
          <a:lstStyle/>
          <a:p>
            <a:r>
              <a:rPr lang="en-IN" u="sng" dirty="0">
                <a:latin typeface="Georgia" panose="02040502050405020303" pitchFamily="18" charset="0"/>
              </a:rPr>
              <a:t>Observation:</a:t>
            </a:r>
          </a:p>
          <a:p>
            <a:pPr marL="285750" indent="-285750">
              <a:buFont typeface="Arial" panose="020B0604020202020204" pitchFamily="34" charset="0"/>
              <a:buChar char="•"/>
            </a:pPr>
            <a:r>
              <a:rPr lang="en-IN" dirty="0">
                <a:latin typeface="Georgia" panose="02040502050405020303" pitchFamily="18" charset="0"/>
              </a:rPr>
              <a:t>Among all collision types, pedestrians and cyclists have the highest risk of injury.</a:t>
            </a:r>
          </a:p>
          <a:p>
            <a:pPr marL="285750" indent="-285750">
              <a:buFont typeface="Arial" panose="020B0604020202020204" pitchFamily="34" charset="0"/>
              <a:buChar char="•"/>
            </a:pPr>
            <a:r>
              <a:rPr lang="en-IN" dirty="0">
                <a:latin typeface="Georgia" panose="02040502050405020303" pitchFamily="18" charset="0"/>
              </a:rPr>
              <a:t>Although the majority of vehicle-to-vehicle collisions occur often, the chance of injuries is generally lower.</a:t>
            </a:r>
            <a:endParaRPr lang="en-US" dirty="0">
              <a:latin typeface="Georgia" panose="02040502050405020303" pitchFamily="18" charset="0"/>
            </a:endParaRPr>
          </a:p>
          <a:p>
            <a:endParaRPr lang="en-IN" dirty="0"/>
          </a:p>
        </p:txBody>
      </p:sp>
      <p:sp>
        <p:nvSpPr>
          <p:cNvPr id="5" name="Slide Number Placeholder 4">
            <a:extLst>
              <a:ext uri="{FF2B5EF4-FFF2-40B4-BE49-F238E27FC236}">
                <a16:creationId xmlns:a16="http://schemas.microsoft.com/office/drawing/2014/main" id="{75FADDDE-E8BA-22DB-301F-25873A86919D}"/>
              </a:ext>
            </a:extLst>
          </p:cNvPr>
          <p:cNvSpPr>
            <a:spLocks noGrp="1"/>
          </p:cNvSpPr>
          <p:nvPr>
            <p:ph type="sldNum" sz="quarter" idx="11"/>
          </p:nvPr>
        </p:nvSpPr>
        <p:spPr/>
        <p:txBody>
          <a:bodyPr/>
          <a:lstStyle/>
          <a:p>
            <a:fld id="{09A01C0A-2BB6-49E7-91A3-DCB9F9F59583}" type="slidenum">
              <a:rPr lang="en-US" smtClean="0"/>
              <a:pPr/>
              <a:t>11</a:t>
            </a:fld>
            <a:endParaRPr lang="en-US" dirty="0"/>
          </a:p>
        </p:txBody>
      </p:sp>
      <p:pic>
        <p:nvPicPr>
          <p:cNvPr id="14" name="Picture 13">
            <a:extLst>
              <a:ext uri="{FF2B5EF4-FFF2-40B4-BE49-F238E27FC236}">
                <a16:creationId xmlns:a16="http://schemas.microsoft.com/office/drawing/2014/main" id="{1EB83936-FE8B-7DB3-F6BC-0551D85D5AA8}"/>
              </a:ext>
            </a:extLst>
          </p:cNvPr>
          <p:cNvPicPr>
            <a:picLocks noChangeAspect="1"/>
          </p:cNvPicPr>
          <p:nvPr/>
        </p:nvPicPr>
        <p:blipFill>
          <a:blip r:embed="rId2"/>
          <a:stretch>
            <a:fillRect/>
          </a:stretch>
        </p:blipFill>
        <p:spPr>
          <a:xfrm>
            <a:off x="137653" y="1327355"/>
            <a:ext cx="8170606" cy="5220044"/>
          </a:xfrm>
          <a:prstGeom prst="rect">
            <a:avLst/>
          </a:prstGeom>
        </p:spPr>
      </p:pic>
    </p:spTree>
    <p:extLst>
      <p:ext uri="{BB962C8B-B14F-4D97-AF65-F5344CB8AC3E}">
        <p14:creationId xmlns:p14="http://schemas.microsoft.com/office/powerpoint/2010/main" val="1496335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AE734-359E-A665-CDC5-0AF778B95C7C}"/>
              </a:ext>
            </a:extLst>
          </p:cNvPr>
          <p:cNvSpPr>
            <a:spLocks noGrp="1"/>
          </p:cNvSpPr>
          <p:nvPr>
            <p:ph type="title"/>
          </p:nvPr>
        </p:nvSpPr>
        <p:spPr>
          <a:xfrm>
            <a:off x="887192" y="307700"/>
            <a:ext cx="10122632" cy="536743"/>
          </a:xfrm>
        </p:spPr>
        <p:txBody>
          <a:bodyPr/>
          <a:lstStyle/>
          <a:p>
            <a:pPr algn="ctr"/>
            <a:r>
              <a:rPr lang="en-IN" b="0" cap="none" dirty="0"/>
              <a:t> </a:t>
            </a:r>
            <a:r>
              <a:rPr lang="en-IN" sz="2400" cap="none" dirty="0">
                <a:latin typeface="Times New Roman" panose="02020603050405020304" pitchFamily="18" charset="0"/>
                <a:cs typeface="Times New Roman" panose="02020603050405020304" pitchFamily="18" charset="0"/>
              </a:rPr>
              <a:t>Peak Crash Hour For Each Month</a:t>
            </a:r>
          </a:p>
        </p:txBody>
      </p:sp>
      <p:sp>
        <p:nvSpPr>
          <p:cNvPr id="4" name="Content Placeholder 3">
            <a:extLst>
              <a:ext uri="{FF2B5EF4-FFF2-40B4-BE49-F238E27FC236}">
                <a16:creationId xmlns:a16="http://schemas.microsoft.com/office/drawing/2014/main" id="{4794F46C-E787-0747-A44A-234F51E39C4C}"/>
              </a:ext>
            </a:extLst>
          </p:cNvPr>
          <p:cNvSpPr>
            <a:spLocks noGrp="1"/>
          </p:cNvSpPr>
          <p:nvPr>
            <p:ph sz="half" idx="12"/>
          </p:nvPr>
        </p:nvSpPr>
        <p:spPr>
          <a:xfrm>
            <a:off x="850392" y="5270090"/>
            <a:ext cx="10085832" cy="1011838"/>
          </a:xfrm>
        </p:spPr>
        <p:txBody>
          <a:bodyPr/>
          <a:lstStyle/>
          <a:p>
            <a:r>
              <a:rPr lang="en-IN" u="sng" dirty="0">
                <a:latin typeface="Georgia" panose="02040502050405020303" pitchFamily="18" charset="0"/>
              </a:rPr>
              <a:t>Observation:</a:t>
            </a:r>
            <a:br>
              <a:rPr lang="en-IN" dirty="0">
                <a:latin typeface="Georgia" panose="02040502050405020303" pitchFamily="18" charset="0"/>
              </a:rPr>
            </a:br>
            <a:r>
              <a:rPr lang="en-IN" dirty="0">
                <a:latin typeface="Georgia" panose="02040502050405020303" pitchFamily="18" charset="0"/>
              </a:rPr>
              <a:t>Crash frequency peaks during afternoon rush hours (3–5 PM), indicating that commuter traffic is the primary driver of accidents rather than seasonal factors.</a:t>
            </a:r>
          </a:p>
        </p:txBody>
      </p:sp>
      <p:sp>
        <p:nvSpPr>
          <p:cNvPr id="5" name="Slide Number Placeholder 4">
            <a:extLst>
              <a:ext uri="{FF2B5EF4-FFF2-40B4-BE49-F238E27FC236}">
                <a16:creationId xmlns:a16="http://schemas.microsoft.com/office/drawing/2014/main" id="{1F749EA2-21AA-4F3B-2C9F-66D43BC46053}"/>
              </a:ext>
            </a:extLst>
          </p:cNvPr>
          <p:cNvSpPr>
            <a:spLocks noGrp="1"/>
          </p:cNvSpPr>
          <p:nvPr>
            <p:ph type="sldNum" sz="quarter" idx="11"/>
          </p:nvPr>
        </p:nvSpPr>
        <p:spPr/>
        <p:txBody>
          <a:bodyPr/>
          <a:lstStyle/>
          <a:p>
            <a:fld id="{09A01C0A-2BB6-49E7-91A3-DCB9F9F59583}" type="slidenum">
              <a:rPr lang="en-US" smtClean="0"/>
              <a:pPr/>
              <a:t>12</a:t>
            </a:fld>
            <a:endParaRPr lang="en-US" dirty="0"/>
          </a:p>
        </p:txBody>
      </p:sp>
      <p:pic>
        <p:nvPicPr>
          <p:cNvPr id="7" name="Picture 6">
            <a:extLst>
              <a:ext uri="{FF2B5EF4-FFF2-40B4-BE49-F238E27FC236}">
                <a16:creationId xmlns:a16="http://schemas.microsoft.com/office/drawing/2014/main" id="{D595C503-C46A-9EA6-86F9-95454A7E18B4}"/>
              </a:ext>
            </a:extLst>
          </p:cNvPr>
          <p:cNvPicPr>
            <a:picLocks noChangeAspect="1"/>
          </p:cNvPicPr>
          <p:nvPr/>
        </p:nvPicPr>
        <p:blipFill>
          <a:blip r:embed="rId2"/>
          <a:stretch>
            <a:fillRect/>
          </a:stretch>
        </p:blipFill>
        <p:spPr>
          <a:xfrm>
            <a:off x="1046480" y="1155609"/>
            <a:ext cx="9580879" cy="3803315"/>
          </a:xfrm>
          <a:prstGeom prst="rect">
            <a:avLst/>
          </a:prstGeom>
        </p:spPr>
      </p:pic>
    </p:spTree>
    <p:extLst>
      <p:ext uri="{BB962C8B-B14F-4D97-AF65-F5344CB8AC3E}">
        <p14:creationId xmlns:p14="http://schemas.microsoft.com/office/powerpoint/2010/main" val="23469836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7F22D-F923-8481-2C29-28DC47BD3298}"/>
              </a:ext>
            </a:extLst>
          </p:cNvPr>
          <p:cNvSpPr>
            <a:spLocks noGrp="1"/>
          </p:cNvSpPr>
          <p:nvPr>
            <p:ph type="title"/>
          </p:nvPr>
        </p:nvSpPr>
        <p:spPr>
          <a:xfrm>
            <a:off x="813592" y="383458"/>
            <a:ext cx="10122632" cy="664562"/>
          </a:xfrm>
        </p:spPr>
        <p:txBody>
          <a:bodyPr/>
          <a:lstStyle/>
          <a:p>
            <a:r>
              <a:rPr lang="en-IN" sz="2400" cap="none" dirty="0">
                <a:latin typeface="Times New Roman" panose="02020603050405020304" pitchFamily="18" charset="0"/>
                <a:cs typeface="Times New Roman" panose="02020603050405020304" pitchFamily="18" charset="0"/>
              </a:rPr>
              <a:t>Top 5 Primary Causes Of Crashes During Night Time</a:t>
            </a:r>
            <a:r>
              <a:rPr lang="en-IN" sz="2400" b="0" cap="none" dirty="0">
                <a:latin typeface="Times New Roman" panose="02020603050405020304" pitchFamily="18" charset="0"/>
                <a:cs typeface="Times New Roman" panose="02020603050405020304" pitchFamily="18" charset="0"/>
              </a:rPr>
              <a:t> (CRASH_HOUR ≥ 18)</a:t>
            </a:r>
            <a:endParaRPr lang="en-IN" sz="2400" cap="none"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93FE7864-4AA5-9936-DAEE-61EFDE846E2A}"/>
              </a:ext>
            </a:extLst>
          </p:cNvPr>
          <p:cNvSpPr>
            <a:spLocks noGrp="1"/>
          </p:cNvSpPr>
          <p:nvPr>
            <p:ph sz="half" idx="12"/>
          </p:nvPr>
        </p:nvSpPr>
        <p:spPr>
          <a:xfrm>
            <a:off x="850392" y="4333667"/>
            <a:ext cx="10085832" cy="2331720"/>
          </a:xfrm>
        </p:spPr>
        <p:txBody>
          <a:bodyPr/>
          <a:lstStyle/>
          <a:p>
            <a:r>
              <a:rPr lang="en-IN" u="sng" dirty="0">
                <a:latin typeface="Georgia" panose="02040502050405020303" pitchFamily="18" charset="0"/>
              </a:rPr>
              <a:t>Observation:</a:t>
            </a:r>
          </a:p>
          <a:p>
            <a:pPr marL="285750" indent="-285750">
              <a:buFont typeface="Arial" panose="020B0604020202020204" pitchFamily="34" charset="0"/>
              <a:buChar char="•"/>
            </a:pPr>
            <a:r>
              <a:rPr lang="en-IN" dirty="0">
                <a:latin typeface="Georgia" panose="02040502050405020303" pitchFamily="18" charset="0"/>
              </a:rPr>
              <a:t>Evening crashes are mostly driven by driver behaviour issues like not yielding and following too closely, not external conditions.</a:t>
            </a:r>
          </a:p>
          <a:p>
            <a:pPr marL="285750" indent="-285750">
              <a:buFont typeface="Arial" panose="020B0604020202020204" pitchFamily="34" charset="0"/>
              <a:buChar char="•"/>
            </a:pPr>
            <a:r>
              <a:rPr lang="en-IN" dirty="0">
                <a:latin typeface="Georgia" panose="02040502050405020303" pitchFamily="18" charset="0"/>
              </a:rPr>
              <a:t>A large share is “unable to determine, suggesting complexity or missing data in crash reporting.</a:t>
            </a:r>
          </a:p>
        </p:txBody>
      </p:sp>
      <p:sp>
        <p:nvSpPr>
          <p:cNvPr id="5" name="Slide Number Placeholder 4">
            <a:extLst>
              <a:ext uri="{FF2B5EF4-FFF2-40B4-BE49-F238E27FC236}">
                <a16:creationId xmlns:a16="http://schemas.microsoft.com/office/drawing/2014/main" id="{D7AE99AF-29D8-C42A-4D1C-8DBE85C0A4DD}"/>
              </a:ext>
            </a:extLst>
          </p:cNvPr>
          <p:cNvSpPr>
            <a:spLocks noGrp="1"/>
          </p:cNvSpPr>
          <p:nvPr>
            <p:ph type="sldNum" sz="quarter" idx="11"/>
          </p:nvPr>
        </p:nvSpPr>
        <p:spPr/>
        <p:txBody>
          <a:bodyPr/>
          <a:lstStyle/>
          <a:p>
            <a:fld id="{09A01C0A-2BB6-49E7-91A3-DCB9F9F59583}" type="slidenum">
              <a:rPr lang="en-US" smtClean="0"/>
              <a:pPr/>
              <a:t>13</a:t>
            </a:fld>
            <a:endParaRPr lang="en-US" dirty="0"/>
          </a:p>
        </p:txBody>
      </p:sp>
      <p:pic>
        <p:nvPicPr>
          <p:cNvPr id="7" name="Picture 6">
            <a:extLst>
              <a:ext uri="{FF2B5EF4-FFF2-40B4-BE49-F238E27FC236}">
                <a16:creationId xmlns:a16="http://schemas.microsoft.com/office/drawing/2014/main" id="{A1C0AE16-75A4-A5CD-D953-D431918F8164}"/>
              </a:ext>
            </a:extLst>
          </p:cNvPr>
          <p:cNvPicPr>
            <a:picLocks noChangeAspect="1"/>
          </p:cNvPicPr>
          <p:nvPr/>
        </p:nvPicPr>
        <p:blipFill>
          <a:blip r:embed="rId2"/>
          <a:stretch>
            <a:fillRect/>
          </a:stretch>
        </p:blipFill>
        <p:spPr>
          <a:xfrm>
            <a:off x="813592" y="1428605"/>
            <a:ext cx="8345065" cy="2524477"/>
          </a:xfrm>
          <a:prstGeom prst="rect">
            <a:avLst/>
          </a:prstGeom>
        </p:spPr>
      </p:pic>
    </p:spTree>
    <p:extLst>
      <p:ext uri="{BB962C8B-B14F-4D97-AF65-F5344CB8AC3E}">
        <p14:creationId xmlns:p14="http://schemas.microsoft.com/office/powerpoint/2010/main" val="2164769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E593F-FB23-F05A-F931-CD3C5F9C79E8}"/>
              </a:ext>
            </a:extLst>
          </p:cNvPr>
          <p:cNvSpPr>
            <a:spLocks noGrp="1"/>
          </p:cNvSpPr>
          <p:nvPr>
            <p:ph type="title"/>
          </p:nvPr>
        </p:nvSpPr>
        <p:spPr>
          <a:xfrm>
            <a:off x="1034684" y="684512"/>
            <a:ext cx="10122632" cy="812610"/>
          </a:xfrm>
        </p:spPr>
        <p:txBody>
          <a:bodyPr/>
          <a:lstStyle/>
          <a:p>
            <a:r>
              <a:rPr lang="en-IN" sz="2400" cap="none" dirty="0">
                <a:latin typeface="Times New Roman" panose="02020603050405020304" pitchFamily="18" charset="0"/>
                <a:cs typeface="Times New Roman" panose="02020603050405020304" pitchFamily="18" charset="0"/>
              </a:rPr>
              <a:t>Compare Average Number Of Injuries In Daylight Vs Darkness Conditions</a:t>
            </a:r>
          </a:p>
        </p:txBody>
      </p:sp>
      <p:sp>
        <p:nvSpPr>
          <p:cNvPr id="3" name="Content Placeholder 2">
            <a:extLst>
              <a:ext uri="{FF2B5EF4-FFF2-40B4-BE49-F238E27FC236}">
                <a16:creationId xmlns:a16="http://schemas.microsoft.com/office/drawing/2014/main" id="{D3698938-9E2E-78F0-89A5-F91AB58FFB41}"/>
              </a:ext>
            </a:extLst>
          </p:cNvPr>
          <p:cNvSpPr>
            <a:spLocks noGrp="1"/>
          </p:cNvSpPr>
          <p:nvPr>
            <p:ph sz="half" idx="2"/>
          </p:nvPr>
        </p:nvSpPr>
        <p:spPr>
          <a:xfrm>
            <a:off x="1106673" y="3755924"/>
            <a:ext cx="9978654" cy="1295581"/>
          </a:xfrm>
        </p:spPr>
        <p:txBody>
          <a:bodyPr/>
          <a:lstStyle/>
          <a:p>
            <a:pPr>
              <a:lnSpc>
                <a:spcPct val="100000"/>
              </a:lnSpc>
            </a:pPr>
            <a:r>
              <a:rPr lang="en-IN" sz="1800" u="sng" dirty="0">
                <a:latin typeface="Georgia" panose="02040502050405020303" pitchFamily="18" charset="0"/>
              </a:rPr>
              <a:t>Observation:</a:t>
            </a:r>
          </a:p>
          <a:p>
            <a:pPr>
              <a:lnSpc>
                <a:spcPct val="100000"/>
              </a:lnSpc>
            </a:pPr>
            <a:r>
              <a:rPr lang="en-IN" sz="1800" dirty="0">
                <a:latin typeface="Georgia" panose="02040502050405020303" pitchFamily="18" charset="0"/>
              </a:rPr>
              <a:t>Crashes occurring in darkness result in more injuries on average (0.27) than those in daylight (0.21)</a:t>
            </a:r>
          </a:p>
          <a:p>
            <a:pPr>
              <a:lnSpc>
                <a:spcPct val="100000"/>
              </a:lnSpc>
            </a:pPr>
            <a:r>
              <a:rPr lang="en-IN" sz="1800" dirty="0">
                <a:latin typeface="Georgia" panose="02040502050405020303" pitchFamily="18" charset="0"/>
              </a:rPr>
              <a:t>So the impact of visibility plays a major role in crashes.</a:t>
            </a:r>
          </a:p>
        </p:txBody>
      </p:sp>
      <p:sp>
        <p:nvSpPr>
          <p:cNvPr id="4" name="Slide Number Placeholder 3">
            <a:extLst>
              <a:ext uri="{FF2B5EF4-FFF2-40B4-BE49-F238E27FC236}">
                <a16:creationId xmlns:a16="http://schemas.microsoft.com/office/drawing/2014/main" id="{50557967-17C9-8238-789C-1E5E6F53E75B}"/>
              </a:ext>
            </a:extLst>
          </p:cNvPr>
          <p:cNvSpPr>
            <a:spLocks noGrp="1"/>
          </p:cNvSpPr>
          <p:nvPr>
            <p:ph type="sldNum" sz="quarter" idx="11"/>
          </p:nvPr>
        </p:nvSpPr>
        <p:spPr/>
        <p:txBody>
          <a:bodyPr/>
          <a:lstStyle/>
          <a:p>
            <a:fld id="{09A01C0A-2BB6-49E7-91A3-DCB9F9F59583}" type="slidenum">
              <a:rPr lang="en-US" smtClean="0"/>
              <a:pPr/>
              <a:t>14</a:t>
            </a:fld>
            <a:endParaRPr lang="en-US" dirty="0"/>
          </a:p>
        </p:txBody>
      </p:sp>
      <p:pic>
        <p:nvPicPr>
          <p:cNvPr id="6" name="Picture 5">
            <a:extLst>
              <a:ext uri="{FF2B5EF4-FFF2-40B4-BE49-F238E27FC236}">
                <a16:creationId xmlns:a16="http://schemas.microsoft.com/office/drawing/2014/main" id="{EEE5D5E0-E9CE-6EA6-E02C-1DA3E82CB4AD}"/>
              </a:ext>
            </a:extLst>
          </p:cNvPr>
          <p:cNvPicPr>
            <a:picLocks noChangeAspect="1"/>
          </p:cNvPicPr>
          <p:nvPr/>
        </p:nvPicPr>
        <p:blipFill>
          <a:blip r:embed="rId2"/>
          <a:stretch>
            <a:fillRect/>
          </a:stretch>
        </p:blipFill>
        <p:spPr>
          <a:xfrm>
            <a:off x="1649167" y="1971315"/>
            <a:ext cx="8373644" cy="1295581"/>
          </a:xfrm>
          <a:prstGeom prst="rect">
            <a:avLst/>
          </a:prstGeom>
        </p:spPr>
      </p:pic>
    </p:spTree>
    <p:extLst>
      <p:ext uri="{BB962C8B-B14F-4D97-AF65-F5344CB8AC3E}">
        <p14:creationId xmlns:p14="http://schemas.microsoft.com/office/powerpoint/2010/main" val="348325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70AB7-AA68-DA3A-C831-27DEE7A3966F}"/>
              </a:ext>
            </a:extLst>
          </p:cNvPr>
          <p:cNvSpPr>
            <a:spLocks noGrp="1"/>
          </p:cNvSpPr>
          <p:nvPr>
            <p:ph type="title"/>
          </p:nvPr>
        </p:nvSpPr>
        <p:spPr/>
        <p:txBody>
          <a:bodyPr/>
          <a:lstStyle/>
          <a:p>
            <a:pPr algn="ctr"/>
            <a:r>
              <a:rPr lang="en-IN" sz="2400" cap="none" dirty="0">
                <a:latin typeface="Times New Roman" panose="02020603050405020304" pitchFamily="18" charset="0"/>
                <a:cs typeface="Times New Roman" panose="02020603050405020304" pitchFamily="18" charset="0"/>
              </a:rPr>
              <a:t>Which Traffic Control Device Type Has The Highest Average Injuries Per Crash</a:t>
            </a:r>
          </a:p>
        </p:txBody>
      </p:sp>
      <p:sp>
        <p:nvSpPr>
          <p:cNvPr id="3" name="Content Placeholder 2">
            <a:extLst>
              <a:ext uri="{FF2B5EF4-FFF2-40B4-BE49-F238E27FC236}">
                <a16:creationId xmlns:a16="http://schemas.microsoft.com/office/drawing/2014/main" id="{B0358940-4D54-BAC3-9709-6C1810FCC45A}"/>
              </a:ext>
            </a:extLst>
          </p:cNvPr>
          <p:cNvSpPr>
            <a:spLocks noGrp="1"/>
          </p:cNvSpPr>
          <p:nvPr>
            <p:ph sz="half" idx="2"/>
          </p:nvPr>
        </p:nvSpPr>
        <p:spPr>
          <a:xfrm>
            <a:off x="846662" y="3239447"/>
            <a:ext cx="10126362" cy="2175669"/>
          </a:xfrm>
        </p:spPr>
        <p:txBody>
          <a:bodyPr/>
          <a:lstStyle/>
          <a:p>
            <a:r>
              <a:rPr lang="en-US" sz="1800" u="sng" dirty="0">
                <a:latin typeface="Georgia" panose="02040502050405020303" pitchFamily="18" charset="0"/>
              </a:rPr>
              <a:t>Observation:</a:t>
            </a:r>
          </a:p>
          <a:p>
            <a:r>
              <a:rPr lang="en-IN" sz="1800" dirty="0">
                <a:latin typeface="Georgia" panose="02040502050405020303" pitchFamily="18" charset="0"/>
              </a:rPr>
              <a:t>Locations with bicycle crossing signs have the greatest average number of injuries per crash (0.66), suggesting that there is a higher danger in places where bikes and cars meet.</a:t>
            </a:r>
          </a:p>
        </p:txBody>
      </p:sp>
      <p:sp>
        <p:nvSpPr>
          <p:cNvPr id="4" name="Slide Number Placeholder 3">
            <a:extLst>
              <a:ext uri="{FF2B5EF4-FFF2-40B4-BE49-F238E27FC236}">
                <a16:creationId xmlns:a16="http://schemas.microsoft.com/office/drawing/2014/main" id="{29D3468B-D89F-5D7D-777F-FA9F3879372E}"/>
              </a:ext>
            </a:extLst>
          </p:cNvPr>
          <p:cNvSpPr>
            <a:spLocks noGrp="1"/>
          </p:cNvSpPr>
          <p:nvPr>
            <p:ph type="sldNum" sz="quarter" idx="11"/>
          </p:nvPr>
        </p:nvSpPr>
        <p:spPr/>
        <p:txBody>
          <a:bodyPr/>
          <a:lstStyle/>
          <a:p>
            <a:fld id="{09A01C0A-2BB6-49E7-91A3-DCB9F9F59583}" type="slidenum">
              <a:rPr lang="en-US" smtClean="0"/>
              <a:pPr/>
              <a:t>15</a:t>
            </a:fld>
            <a:endParaRPr lang="en-US" dirty="0"/>
          </a:p>
        </p:txBody>
      </p:sp>
      <p:pic>
        <p:nvPicPr>
          <p:cNvPr id="6" name="Picture 5">
            <a:extLst>
              <a:ext uri="{FF2B5EF4-FFF2-40B4-BE49-F238E27FC236}">
                <a16:creationId xmlns:a16="http://schemas.microsoft.com/office/drawing/2014/main" id="{E11ED6B7-9C7D-CE9D-AE9F-5815A9AC2678}"/>
              </a:ext>
            </a:extLst>
          </p:cNvPr>
          <p:cNvPicPr>
            <a:picLocks noChangeAspect="1"/>
          </p:cNvPicPr>
          <p:nvPr/>
        </p:nvPicPr>
        <p:blipFill>
          <a:blip r:embed="rId2"/>
          <a:stretch>
            <a:fillRect/>
          </a:stretch>
        </p:blipFill>
        <p:spPr>
          <a:xfrm>
            <a:off x="1937757" y="2078388"/>
            <a:ext cx="8316486" cy="847843"/>
          </a:xfrm>
          <a:prstGeom prst="rect">
            <a:avLst/>
          </a:prstGeom>
        </p:spPr>
      </p:pic>
    </p:spTree>
    <p:extLst>
      <p:ext uri="{BB962C8B-B14F-4D97-AF65-F5344CB8AC3E}">
        <p14:creationId xmlns:p14="http://schemas.microsoft.com/office/powerpoint/2010/main" val="23180980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2A8FE-F08F-A317-080B-9A36ACD839FA}"/>
              </a:ext>
            </a:extLst>
          </p:cNvPr>
          <p:cNvSpPr>
            <a:spLocks noGrp="1"/>
          </p:cNvSpPr>
          <p:nvPr>
            <p:ph type="title"/>
          </p:nvPr>
        </p:nvSpPr>
        <p:spPr>
          <a:xfrm>
            <a:off x="846662" y="284571"/>
            <a:ext cx="10122632" cy="786581"/>
          </a:xfrm>
        </p:spPr>
        <p:txBody>
          <a:bodyPr/>
          <a:lstStyle/>
          <a:p>
            <a:r>
              <a:rPr lang="en-IN" sz="2400" cap="none" dirty="0">
                <a:latin typeface="Times New Roman" panose="02020603050405020304" pitchFamily="18" charset="0"/>
                <a:cs typeface="Times New Roman" panose="02020603050405020304" pitchFamily="18" charset="0"/>
              </a:rPr>
              <a:t>Top 5 Locations (Latitude/Longitude) With The Highest Crash Frequency</a:t>
            </a:r>
          </a:p>
        </p:txBody>
      </p:sp>
      <p:sp>
        <p:nvSpPr>
          <p:cNvPr id="3" name="Content Placeholder 2">
            <a:extLst>
              <a:ext uri="{FF2B5EF4-FFF2-40B4-BE49-F238E27FC236}">
                <a16:creationId xmlns:a16="http://schemas.microsoft.com/office/drawing/2014/main" id="{A1CD05B7-696D-9352-E821-F03AA3C68077}"/>
              </a:ext>
            </a:extLst>
          </p:cNvPr>
          <p:cNvSpPr>
            <a:spLocks noGrp="1"/>
          </p:cNvSpPr>
          <p:nvPr>
            <p:ph sz="half" idx="2"/>
          </p:nvPr>
        </p:nvSpPr>
        <p:spPr>
          <a:xfrm>
            <a:off x="842932" y="4056372"/>
            <a:ext cx="10126362" cy="3288325"/>
          </a:xfrm>
        </p:spPr>
        <p:txBody>
          <a:bodyPr/>
          <a:lstStyle/>
          <a:p>
            <a:r>
              <a:rPr lang="en-IN" sz="1800" u="sng" dirty="0">
                <a:latin typeface="Georgia" panose="02040502050405020303" pitchFamily="18" charset="0"/>
              </a:rPr>
              <a:t>Observation:</a:t>
            </a:r>
          </a:p>
          <a:p>
            <a:r>
              <a:rPr lang="en-IN" sz="1800" dirty="0">
                <a:latin typeface="Georgia" panose="02040502050405020303" pitchFamily="18" charset="0"/>
              </a:rPr>
              <a:t>A disproportionately high number of crashes occur in a small number of specific geographic regions; the top hotspot recorded 1,247 crashes. Certain high-risk crossroads or road segments may significantly contribute to the overall volume of crashes, as shown by the steep decline in numbers from the first site to subsequent ones.</a:t>
            </a:r>
          </a:p>
        </p:txBody>
      </p:sp>
      <p:sp>
        <p:nvSpPr>
          <p:cNvPr id="4" name="Slide Number Placeholder 3">
            <a:extLst>
              <a:ext uri="{FF2B5EF4-FFF2-40B4-BE49-F238E27FC236}">
                <a16:creationId xmlns:a16="http://schemas.microsoft.com/office/drawing/2014/main" id="{AA42B1A3-277F-8279-7141-A96B299555BB}"/>
              </a:ext>
            </a:extLst>
          </p:cNvPr>
          <p:cNvSpPr>
            <a:spLocks noGrp="1"/>
          </p:cNvSpPr>
          <p:nvPr>
            <p:ph type="sldNum" sz="quarter" idx="11"/>
          </p:nvPr>
        </p:nvSpPr>
        <p:spPr/>
        <p:txBody>
          <a:bodyPr/>
          <a:lstStyle/>
          <a:p>
            <a:fld id="{09A01C0A-2BB6-49E7-91A3-DCB9F9F59583}" type="slidenum">
              <a:rPr lang="en-US" smtClean="0"/>
              <a:pPr/>
              <a:t>16</a:t>
            </a:fld>
            <a:endParaRPr lang="en-US" dirty="0"/>
          </a:p>
        </p:txBody>
      </p:sp>
      <p:pic>
        <p:nvPicPr>
          <p:cNvPr id="6" name="Picture 5">
            <a:extLst>
              <a:ext uri="{FF2B5EF4-FFF2-40B4-BE49-F238E27FC236}">
                <a16:creationId xmlns:a16="http://schemas.microsoft.com/office/drawing/2014/main" id="{02767D62-164A-FE66-B70E-3734118A5EC6}"/>
              </a:ext>
            </a:extLst>
          </p:cNvPr>
          <p:cNvPicPr>
            <a:picLocks noChangeAspect="1"/>
          </p:cNvPicPr>
          <p:nvPr/>
        </p:nvPicPr>
        <p:blipFill>
          <a:blip r:embed="rId2"/>
          <a:stretch>
            <a:fillRect/>
          </a:stretch>
        </p:blipFill>
        <p:spPr>
          <a:xfrm>
            <a:off x="1743107" y="1344392"/>
            <a:ext cx="8326012" cy="2438740"/>
          </a:xfrm>
          <a:prstGeom prst="rect">
            <a:avLst/>
          </a:prstGeom>
        </p:spPr>
      </p:pic>
    </p:spTree>
    <p:extLst>
      <p:ext uri="{BB962C8B-B14F-4D97-AF65-F5344CB8AC3E}">
        <p14:creationId xmlns:p14="http://schemas.microsoft.com/office/powerpoint/2010/main" val="2122506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392E1-8505-C283-B2ED-B29C8A3B97B2}"/>
              </a:ext>
            </a:extLst>
          </p:cNvPr>
          <p:cNvSpPr>
            <a:spLocks noGrp="1"/>
          </p:cNvSpPr>
          <p:nvPr>
            <p:ph type="title"/>
          </p:nvPr>
        </p:nvSpPr>
        <p:spPr>
          <a:xfrm>
            <a:off x="676917" y="373626"/>
            <a:ext cx="10122632" cy="1205336"/>
          </a:xfrm>
        </p:spPr>
        <p:txBody>
          <a:bodyPr/>
          <a:lstStyle/>
          <a:p>
            <a:r>
              <a:rPr lang="en-IN" sz="2400" cap="none" dirty="0">
                <a:latin typeface="Times New Roman" panose="02020603050405020304" pitchFamily="18" charset="0"/>
                <a:cs typeface="Times New Roman" panose="02020603050405020304" pitchFamily="18" charset="0"/>
              </a:rPr>
              <a:t>Top 5 Streets With The Highest Injury Rate, Considering Only Streets With More Than 100 Crashes</a:t>
            </a:r>
          </a:p>
        </p:txBody>
      </p:sp>
      <p:sp>
        <p:nvSpPr>
          <p:cNvPr id="3" name="Content Placeholder 2">
            <a:extLst>
              <a:ext uri="{FF2B5EF4-FFF2-40B4-BE49-F238E27FC236}">
                <a16:creationId xmlns:a16="http://schemas.microsoft.com/office/drawing/2014/main" id="{29607B9F-4BDE-A771-450D-43CE4E2A7FB6}"/>
              </a:ext>
            </a:extLst>
          </p:cNvPr>
          <p:cNvSpPr>
            <a:spLocks noGrp="1"/>
          </p:cNvSpPr>
          <p:nvPr>
            <p:ph sz="half" idx="2"/>
          </p:nvPr>
        </p:nvSpPr>
        <p:spPr>
          <a:xfrm>
            <a:off x="582400" y="4462452"/>
            <a:ext cx="11027200" cy="3423017"/>
          </a:xfrm>
        </p:spPr>
        <p:txBody>
          <a:bodyPr/>
          <a:lstStyle/>
          <a:p>
            <a:r>
              <a:rPr lang="en-IN" sz="1800" u="sng" dirty="0">
                <a:latin typeface="Georgia" panose="02040502050405020303" pitchFamily="18" charset="0"/>
              </a:rPr>
              <a:t>Observation:</a:t>
            </a:r>
          </a:p>
          <a:p>
            <a:r>
              <a:rPr lang="en-IN" sz="1800" dirty="0">
                <a:latin typeface="Georgia" panose="02040502050405020303" pitchFamily="18" charset="0"/>
              </a:rPr>
              <a:t>Marquette Dr and Fifth Ave have the highest injury rates per crash, indicating crashes on these roads tend to be more severe. Douglas Blvd has an injury rate of 0.39 injuries per crash across 390 crashes, South Chicago Ave stands out because it combines a high injury rate with a large number of crashes, making it a critical safety concern.</a:t>
            </a:r>
          </a:p>
        </p:txBody>
      </p:sp>
      <p:sp>
        <p:nvSpPr>
          <p:cNvPr id="4" name="Slide Number Placeholder 3">
            <a:extLst>
              <a:ext uri="{FF2B5EF4-FFF2-40B4-BE49-F238E27FC236}">
                <a16:creationId xmlns:a16="http://schemas.microsoft.com/office/drawing/2014/main" id="{B5915D5B-3D5B-4293-15C0-3916480125A1}"/>
              </a:ext>
            </a:extLst>
          </p:cNvPr>
          <p:cNvSpPr>
            <a:spLocks noGrp="1"/>
          </p:cNvSpPr>
          <p:nvPr>
            <p:ph type="sldNum" sz="quarter" idx="11"/>
          </p:nvPr>
        </p:nvSpPr>
        <p:spPr/>
        <p:txBody>
          <a:bodyPr/>
          <a:lstStyle/>
          <a:p>
            <a:fld id="{09A01C0A-2BB6-49E7-91A3-DCB9F9F59583}" type="slidenum">
              <a:rPr lang="en-US" smtClean="0"/>
              <a:pPr/>
              <a:t>17</a:t>
            </a:fld>
            <a:endParaRPr lang="en-US" dirty="0"/>
          </a:p>
        </p:txBody>
      </p:sp>
      <p:pic>
        <p:nvPicPr>
          <p:cNvPr id="6" name="Picture 5">
            <a:extLst>
              <a:ext uri="{FF2B5EF4-FFF2-40B4-BE49-F238E27FC236}">
                <a16:creationId xmlns:a16="http://schemas.microsoft.com/office/drawing/2014/main" id="{6DDF0CCA-F03C-9D09-EFAF-9723D5171516}"/>
              </a:ext>
            </a:extLst>
          </p:cNvPr>
          <p:cNvPicPr>
            <a:picLocks noChangeAspect="1"/>
          </p:cNvPicPr>
          <p:nvPr/>
        </p:nvPicPr>
        <p:blipFill>
          <a:blip r:embed="rId2"/>
          <a:stretch>
            <a:fillRect/>
          </a:stretch>
        </p:blipFill>
        <p:spPr>
          <a:xfrm>
            <a:off x="676917" y="1827700"/>
            <a:ext cx="8373644" cy="2534004"/>
          </a:xfrm>
          <a:prstGeom prst="rect">
            <a:avLst/>
          </a:prstGeom>
        </p:spPr>
      </p:pic>
    </p:spTree>
    <p:extLst>
      <p:ext uri="{BB962C8B-B14F-4D97-AF65-F5344CB8AC3E}">
        <p14:creationId xmlns:p14="http://schemas.microsoft.com/office/powerpoint/2010/main" val="8567461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4E8E1-B55E-39F5-8400-D7B62F87B3BF}"/>
              </a:ext>
            </a:extLst>
          </p:cNvPr>
          <p:cNvSpPr>
            <a:spLocks noGrp="1"/>
          </p:cNvSpPr>
          <p:nvPr>
            <p:ph type="title"/>
          </p:nvPr>
        </p:nvSpPr>
        <p:spPr>
          <a:xfrm>
            <a:off x="846662" y="271558"/>
            <a:ext cx="10122632" cy="812609"/>
          </a:xfrm>
        </p:spPr>
        <p:txBody>
          <a:bodyPr/>
          <a:lstStyle/>
          <a:p>
            <a:r>
              <a:rPr lang="en-IN" sz="2400" cap="none" dirty="0">
                <a:latin typeface="Times New Roman" panose="02020603050405020304" pitchFamily="18" charset="0"/>
                <a:cs typeface="Times New Roman" panose="02020603050405020304" pitchFamily="18" charset="0"/>
              </a:rPr>
              <a:t>For Each Year, Identify The Most Common Crash Type</a:t>
            </a:r>
          </a:p>
        </p:txBody>
      </p:sp>
      <p:sp>
        <p:nvSpPr>
          <p:cNvPr id="4" name="Slide Number Placeholder 3">
            <a:extLst>
              <a:ext uri="{FF2B5EF4-FFF2-40B4-BE49-F238E27FC236}">
                <a16:creationId xmlns:a16="http://schemas.microsoft.com/office/drawing/2014/main" id="{38A59978-22AE-8BAC-3072-42AF3CF13519}"/>
              </a:ext>
            </a:extLst>
          </p:cNvPr>
          <p:cNvSpPr>
            <a:spLocks noGrp="1"/>
          </p:cNvSpPr>
          <p:nvPr>
            <p:ph type="sldNum" sz="quarter" idx="11"/>
          </p:nvPr>
        </p:nvSpPr>
        <p:spPr/>
        <p:txBody>
          <a:bodyPr/>
          <a:lstStyle/>
          <a:p>
            <a:fld id="{09A01C0A-2BB6-49E7-91A3-DCB9F9F59583}" type="slidenum">
              <a:rPr lang="en-US" smtClean="0"/>
              <a:pPr/>
              <a:t>18</a:t>
            </a:fld>
            <a:endParaRPr lang="en-US" dirty="0"/>
          </a:p>
        </p:txBody>
      </p:sp>
      <p:pic>
        <p:nvPicPr>
          <p:cNvPr id="6" name="Picture 5">
            <a:extLst>
              <a:ext uri="{FF2B5EF4-FFF2-40B4-BE49-F238E27FC236}">
                <a16:creationId xmlns:a16="http://schemas.microsoft.com/office/drawing/2014/main" id="{171E87FF-E735-52C4-4553-83F166D113F5}"/>
              </a:ext>
            </a:extLst>
          </p:cNvPr>
          <p:cNvPicPr>
            <a:picLocks noChangeAspect="1"/>
          </p:cNvPicPr>
          <p:nvPr/>
        </p:nvPicPr>
        <p:blipFill>
          <a:blip r:embed="rId2"/>
          <a:stretch>
            <a:fillRect/>
          </a:stretch>
        </p:blipFill>
        <p:spPr>
          <a:xfrm>
            <a:off x="764179" y="1200291"/>
            <a:ext cx="8402223" cy="3391373"/>
          </a:xfrm>
          <a:prstGeom prst="rect">
            <a:avLst/>
          </a:prstGeom>
        </p:spPr>
      </p:pic>
      <p:sp>
        <p:nvSpPr>
          <p:cNvPr id="10" name="Content Placeholder 9">
            <a:extLst>
              <a:ext uri="{FF2B5EF4-FFF2-40B4-BE49-F238E27FC236}">
                <a16:creationId xmlns:a16="http://schemas.microsoft.com/office/drawing/2014/main" id="{A4FABCBF-3405-7C98-C790-4D77C2B83FED}"/>
              </a:ext>
            </a:extLst>
          </p:cNvPr>
          <p:cNvSpPr>
            <a:spLocks noGrp="1"/>
          </p:cNvSpPr>
          <p:nvPr>
            <p:ph sz="half" idx="2"/>
          </p:nvPr>
        </p:nvSpPr>
        <p:spPr>
          <a:xfrm>
            <a:off x="850168" y="4788310"/>
            <a:ext cx="10126362" cy="2069688"/>
          </a:xfrm>
        </p:spPr>
        <p:txBody>
          <a:bodyPr/>
          <a:lstStyle/>
          <a:p>
            <a:r>
              <a:rPr lang="en-IN" sz="1800" u="sng" dirty="0">
                <a:latin typeface="Georgia" panose="02040502050405020303" pitchFamily="18" charset="0"/>
              </a:rPr>
              <a:t>Observation:</a:t>
            </a:r>
          </a:p>
          <a:p>
            <a:r>
              <a:rPr lang="en-IN" sz="1800" dirty="0">
                <a:latin typeface="Georgia" panose="02040502050405020303" pitchFamily="18" charset="0"/>
              </a:rPr>
              <a:t>Across all years, “No Injury / Drive Away” is consistently the most common crash type, showing that most incidents are minor. The frequency of such crashes increases steadily from 2020 to 2024, indicating rising crash volume over time.</a:t>
            </a:r>
          </a:p>
        </p:txBody>
      </p:sp>
    </p:spTree>
    <p:extLst>
      <p:ext uri="{BB962C8B-B14F-4D97-AF65-F5344CB8AC3E}">
        <p14:creationId xmlns:p14="http://schemas.microsoft.com/office/powerpoint/2010/main" val="37738011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E9C42-FAF7-9970-E6BE-85D9CC630A0B}"/>
              </a:ext>
            </a:extLst>
          </p:cNvPr>
          <p:cNvSpPr>
            <a:spLocks noGrp="1"/>
          </p:cNvSpPr>
          <p:nvPr>
            <p:ph type="title"/>
          </p:nvPr>
        </p:nvSpPr>
        <p:spPr>
          <a:xfrm>
            <a:off x="853898" y="971948"/>
            <a:ext cx="10122632" cy="812609"/>
          </a:xfrm>
        </p:spPr>
        <p:txBody>
          <a:bodyPr/>
          <a:lstStyle/>
          <a:p>
            <a:r>
              <a:rPr lang="en-IN" sz="2400" cap="none" dirty="0">
                <a:latin typeface="Times New Roman" panose="02020603050405020304" pitchFamily="18" charset="0"/>
                <a:cs typeface="Times New Roman" panose="02020603050405020304" pitchFamily="18" charset="0"/>
              </a:rPr>
              <a:t>Day Of The Week With The Highest Average Crashes Per Hour</a:t>
            </a:r>
          </a:p>
        </p:txBody>
      </p:sp>
      <p:sp>
        <p:nvSpPr>
          <p:cNvPr id="3" name="Content Placeholder 2">
            <a:extLst>
              <a:ext uri="{FF2B5EF4-FFF2-40B4-BE49-F238E27FC236}">
                <a16:creationId xmlns:a16="http://schemas.microsoft.com/office/drawing/2014/main" id="{23F90A58-8227-C66A-FA18-421AB9AFBEA4}"/>
              </a:ext>
            </a:extLst>
          </p:cNvPr>
          <p:cNvSpPr>
            <a:spLocks noGrp="1"/>
          </p:cNvSpPr>
          <p:nvPr>
            <p:ph sz="half" idx="2"/>
          </p:nvPr>
        </p:nvSpPr>
        <p:spPr>
          <a:xfrm>
            <a:off x="853898" y="3500283"/>
            <a:ext cx="10126362" cy="2025446"/>
          </a:xfrm>
        </p:spPr>
        <p:txBody>
          <a:bodyPr/>
          <a:lstStyle/>
          <a:p>
            <a:r>
              <a:rPr lang="en-IN" sz="1800" u="sng" dirty="0">
                <a:latin typeface="Georgia" panose="02040502050405020303" pitchFamily="18" charset="0"/>
                <a:cs typeface="Times New Roman" panose="02020603050405020304" pitchFamily="18" charset="0"/>
              </a:rPr>
              <a:t>Observation:</a:t>
            </a:r>
          </a:p>
          <a:p>
            <a:r>
              <a:rPr lang="en-IN" sz="1800" dirty="0">
                <a:latin typeface="Georgia" panose="02040502050405020303" pitchFamily="18" charset="0"/>
                <a:cs typeface="Times New Roman" panose="02020603050405020304" pitchFamily="18" charset="0"/>
              </a:rPr>
              <a:t>Day 6 (Saturday) is the most crash-prone day, with the highest average crash volume per hour (~4455 crashes/hour level activity pattern).</a:t>
            </a:r>
          </a:p>
        </p:txBody>
      </p:sp>
      <p:sp>
        <p:nvSpPr>
          <p:cNvPr id="4" name="Slide Number Placeholder 3">
            <a:extLst>
              <a:ext uri="{FF2B5EF4-FFF2-40B4-BE49-F238E27FC236}">
                <a16:creationId xmlns:a16="http://schemas.microsoft.com/office/drawing/2014/main" id="{B638D79F-7089-889C-9A11-D5F5AE12D8D8}"/>
              </a:ext>
            </a:extLst>
          </p:cNvPr>
          <p:cNvSpPr>
            <a:spLocks noGrp="1"/>
          </p:cNvSpPr>
          <p:nvPr>
            <p:ph type="sldNum" sz="quarter" idx="11"/>
          </p:nvPr>
        </p:nvSpPr>
        <p:spPr/>
        <p:txBody>
          <a:bodyPr/>
          <a:lstStyle/>
          <a:p>
            <a:fld id="{09A01C0A-2BB6-49E7-91A3-DCB9F9F59583}" type="slidenum">
              <a:rPr lang="en-US" smtClean="0"/>
              <a:pPr/>
              <a:t>19</a:t>
            </a:fld>
            <a:endParaRPr lang="en-US" dirty="0"/>
          </a:p>
        </p:txBody>
      </p:sp>
      <p:pic>
        <p:nvPicPr>
          <p:cNvPr id="6" name="Picture 5">
            <a:extLst>
              <a:ext uri="{FF2B5EF4-FFF2-40B4-BE49-F238E27FC236}">
                <a16:creationId xmlns:a16="http://schemas.microsoft.com/office/drawing/2014/main" id="{C80B21B7-57D1-34CA-AF60-467AF90CC9FC}"/>
              </a:ext>
            </a:extLst>
          </p:cNvPr>
          <p:cNvPicPr>
            <a:picLocks noChangeAspect="1"/>
          </p:cNvPicPr>
          <p:nvPr/>
        </p:nvPicPr>
        <p:blipFill>
          <a:blip r:embed="rId2"/>
          <a:stretch>
            <a:fillRect/>
          </a:stretch>
        </p:blipFill>
        <p:spPr>
          <a:xfrm>
            <a:off x="853898" y="2213735"/>
            <a:ext cx="8402223" cy="857370"/>
          </a:xfrm>
          <a:prstGeom prst="rect">
            <a:avLst/>
          </a:prstGeom>
        </p:spPr>
      </p:pic>
    </p:spTree>
    <p:extLst>
      <p:ext uri="{BB962C8B-B14F-4D97-AF65-F5344CB8AC3E}">
        <p14:creationId xmlns:p14="http://schemas.microsoft.com/office/powerpoint/2010/main" val="7237003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79DBF-4D53-C34B-0E7D-25B3550F552A}"/>
              </a:ext>
            </a:extLst>
          </p:cNvPr>
          <p:cNvSpPr>
            <a:spLocks noGrp="1"/>
          </p:cNvSpPr>
          <p:nvPr>
            <p:ph type="title"/>
          </p:nvPr>
        </p:nvSpPr>
        <p:spPr>
          <a:xfrm>
            <a:off x="761902" y="441888"/>
            <a:ext cx="10122632" cy="812609"/>
          </a:xfrm>
        </p:spPr>
        <p:txBody>
          <a:bodyPr/>
          <a:lstStyle/>
          <a:p>
            <a:r>
              <a:rPr lang="en-IN" sz="2400" cap="none" dirty="0">
                <a:latin typeface="Times New Roman" panose="02020603050405020304" pitchFamily="18" charset="0"/>
                <a:cs typeface="Times New Roman" panose="02020603050405020304" pitchFamily="18" charset="0"/>
              </a:rPr>
              <a:t>High-risk Time Slots; Bucket Has The Highest Injury Crashes</a:t>
            </a:r>
          </a:p>
        </p:txBody>
      </p:sp>
      <p:sp>
        <p:nvSpPr>
          <p:cNvPr id="3" name="Content Placeholder 2">
            <a:extLst>
              <a:ext uri="{FF2B5EF4-FFF2-40B4-BE49-F238E27FC236}">
                <a16:creationId xmlns:a16="http://schemas.microsoft.com/office/drawing/2014/main" id="{3CCA28E6-CDCD-71FD-5F45-B817BEE65CAA}"/>
              </a:ext>
            </a:extLst>
          </p:cNvPr>
          <p:cNvSpPr>
            <a:spLocks noGrp="1"/>
          </p:cNvSpPr>
          <p:nvPr>
            <p:ph sz="half" idx="2"/>
          </p:nvPr>
        </p:nvSpPr>
        <p:spPr>
          <a:xfrm>
            <a:off x="850168" y="4103398"/>
            <a:ext cx="10126362" cy="2076740"/>
          </a:xfrm>
        </p:spPr>
        <p:txBody>
          <a:bodyPr/>
          <a:lstStyle/>
          <a:p>
            <a:r>
              <a:rPr lang="en-IN" sz="1800" u="sng" dirty="0">
                <a:latin typeface="Georgia" panose="02040502050405020303" pitchFamily="18" charset="0"/>
              </a:rPr>
              <a:t>Observation:</a:t>
            </a:r>
          </a:p>
          <a:p>
            <a:r>
              <a:rPr lang="en-IN" sz="1800" dirty="0">
                <a:latin typeface="Georgia" panose="02040502050405020303" pitchFamily="18" charset="0"/>
              </a:rPr>
              <a:t>Afternoon hours have the highest total injuries, Morning and evening follow closely and Night has slightly lower total injuries.</a:t>
            </a:r>
          </a:p>
        </p:txBody>
      </p:sp>
      <p:sp>
        <p:nvSpPr>
          <p:cNvPr id="4" name="Slide Number Placeholder 3">
            <a:extLst>
              <a:ext uri="{FF2B5EF4-FFF2-40B4-BE49-F238E27FC236}">
                <a16:creationId xmlns:a16="http://schemas.microsoft.com/office/drawing/2014/main" id="{2EF400C6-F7F6-BF19-97CB-5FE94CF53D71}"/>
              </a:ext>
            </a:extLst>
          </p:cNvPr>
          <p:cNvSpPr>
            <a:spLocks noGrp="1"/>
          </p:cNvSpPr>
          <p:nvPr>
            <p:ph type="sldNum" sz="quarter" idx="11"/>
          </p:nvPr>
        </p:nvSpPr>
        <p:spPr/>
        <p:txBody>
          <a:bodyPr/>
          <a:lstStyle/>
          <a:p>
            <a:fld id="{09A01C0A-2BB6-49E7-91A3-DCB9F9F59583}" type="slidenum">
              <a:rPr lang="en-US" smtClean="0"/>
              <a:pPr/>
              <a:t>20</a:t>
            </a:fld>
            <a:endParaRPr lang="en-US" dirty="0"/>
          </a:p>
        </p:txBody>
      </p:sp>
      <p:pic>
        <p:nvPicPr>
          <p:cNvPr id="6" name="Picture 5">
            <a:extLst>
              <a:ext uri="{FF2B5EF4-FFF2-40B4-BE49-F238E27FC236}">
                <a16:creationId xmlns:a16="http://schemas.microsoft.com/office/drawing/2014/main" id="{0740B739-425B-4F3B-4D55-665987242C33}"/>
              </a:ext>
            </a:extLst>
          </p:cNvPr>
          <p:cNvPicPr>
            <a:picLocks noChangeAspect="1"/>
          </p:cNvPicPr>
          <p:nvPr/>
        </p:nvPicPr>
        <p:blipFill>
          <a:blip r:embed="rId3"/>
          <a:stretch>
            <a:fillRect/>
          </a:stretch>
        </p:blipFill>
        <p:spPr>
          <a:xfrm>
            <a:off x="761902" y="1716232"/>
            <a:ext cx="8411749" cy="2076740"/>
          </a:xfrm>
          <a:prstGeom prst="rect">
            <a:avLst/>
          </a:prstGeom>
        </p:spPr>
      </p:pic>
    </p:spTree>
    <p:extLst>
      <p:ext uri="{BB962C8B-B14F-4D97-AF65-F5344CB8AC3E}">
        <p14:creationId xmlns:p14="http://schemas.microsoft.com/office/powerpoint/2010/main" val="37820476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E0698-4831-BE8D-DF88-5D1136C77A4B}"/>
              </a:ext>
            </a:extLst>
          </p:cNvPr>
          <p:cNvSpPr>
            <a:spLocks noGrp="1"/>
          </p:cNvSpPr>
          <p:nvPr>
            <p:ph type="title"/>
          </p:nvPr>
        </p:nvSpPr>
        <p:spPr>
          <a:xfrm>
            <a:off x="761902" y="335749"/>
            <a:ext cx="10122632" cy="684227"/>
          </a:xfrm>
        </p:spPr>
        <p:txBody>
          <a:bodyPr/>
          <a:lstStyle/>
          <a:p>
            <a:r>
              <a:rPr lang="en-IN" b="0" dirty="0"/>
              <a:t> </a:t>
            </a:r>
            <a:r>
              <a:rPr lang="en-IN" sz="2400" cap="none" dirty="0">
                <a:latin typeface="Times New Roman" panose="02020603050405020304" pitchFamily="18" charset="0"/>
                <a:cs typeface="Times New Roman" panose="02020603050405020304" pitchFamily="18" charset="0"/>
              </a:rPr>
              <a:t>Top 3 Contributing Causes For Each Crash Type</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D892EBF-A9DA-19DB-8042-7C3CCFE6DFAC}"/>
              </a:ext>
            </a:extLst>
          </p:cNvPr>
          <p:cNvSpPr>
            <a:spLocks noGrp="1"/>
          </p:cNvSpPr>
          <p:nvPr>
            <p:ph type="sldNum" sz="quarter" idx="11"/>
          </p:nvPr>
        </p:nvSpPr>
        <p:spPr/>
        <p:txBody>
          <a:bodyPr/>
          <a:lstStyle/>
          <a:p>
            <a:fld id="{09A01C0A-2BB6-49E7-91A3-DCB9F9F59583}" type="slidenum">
              <a:rPr lang="en-US" smtClean="0"/>
              <a:pPr/>
              <a:t>21</a:t>
            </a:fld>
            <a:endParaRPr lang="en-US" dirty="0"/>
          </a:p>
        </p:txBody>
      </p:sp>
      <p:pic>
        <p:nvPicPr>
          <p:cNvPr id="6" name="Picture 5">
            <a:extLst>
              <a:ext uri="{FF2B5EF4-FFF2-40B4-BE49-F238E27FC236}">
                <a16:creationId xmlns:a16="http://schemas.microsoft.com/office/drawing/2014/main" id="{5CA708EB-6B5F-4E9A-0160-C0F57B628582}"/>
              </a:ext>
            </a:extLst>
          </p:cNvPr>
          <p:cNvPicPr>
            <a:picLocks noChangeAspect="1"/>
          </p:cNvPicPr>
          <p:nvPr/>
        </p:nvPicPr>
        <p:blipFill>
          <a:blip r:embed="rId2"/>
          <a:stretch>
            <a:fillRect/>
          </a:stretch>
        </p:blipFill>
        <p:spPr>
          <a:xfrm>
            <a:off x="346156" y="1471909"/>
            <a:ext cx="5464710" cy="4563112"/>
          </a:xfrm>
          <a:prstGeom prst="rect">
            <a:avLst/>
          </a:prstGeom>
        </p:spPr>
      </p:pic>
      <p:pic>
        <p:nvPicPr>
          <p:cNvPr id="8" name="Picture 7">
            <a:extLst>
              <a:ext uri="{FF2B5EF4-FFF2-40B4-BE49-F238E27FC236}">
                <a16:creationId xmlns:a16="http://schemas.microsoft.com/office/drawing/2014/main" id="{6DE6DF87-DDC3-6DB1-E77A-6B7BEABDEB29}"/>
              </a:ext>
            </a:extLst>
          </p:cNvPr>
          <p:cNvPicPr>
            <a:picLocks noChangeAspect="1"/>
          </p:cNvPicPr>
          <p:nvPr/>
        </p:nvPicPr>
        <p:blipFill>
          <a:blip r:embed="rId3"/>
          <a:stretch>
            <a:fillRect/>
          </a:stretch>
        </p:blipFill>
        <p:spPr>
          <a:xfrm>
            <a:off x="6255342" y="1471909"/>
            <a:ext cx="5464710" cy="4563112"/>
          </a:xfrm>
          <a:prstGeom prst="rect">
            <a:avLst/>
          </a:prstGeom>
        </p:spPr>
      </p:pic>
    </p:spTree>
    <p:extLst>
      <p:ext uri="{BB962C8B-B14F-4D97-AF65-F5344CB8AC3E}">
        <p14:creationId xmlns:p14="http://schemas.microsoft.com/office/powerpoint/2010/main" val="32096507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4736F-159D-9D8C-7D2D-500DE46D4B3C}"/>
              </a:ext>
            </a:extLst>
          </p:cNvPr>
          <p:cNvSpPr>
            <a:spLocks noGrp="1"/>
          </p:cNvSpPr>
          <p:nvPr>
            <p:ph type="title"/>
          </p:nvPr>
        </p:nvSpPr>
        <p:spPr>
          <a:xfrm>
            <a:off x="771734" y="360329"/>
            <a:ext cx="10122632" cy="635066"/>
          </a:xfrm>
        </p:spPr>
        <p:txBody>
          <a:bodyPr/>
          <a:lstStyle/>
          <a:p>
            <a:r>
              <a:rPr lang="en-IN" sz="2400" cap="none" dirty="0">
                <a:latin typeface="Times New Roman" panose="02020603050405020304" pitchFamily="18" charset="0"/>
                <a:cs typeface="Times New Roman" panose="02020603050405020304" pitchFamily="18" charset="0"/>
              </a:rPr>
              <a:t>Top 3 Contributing Causes For Each Crash Type</a:t>
            </a:r>
            <a:endParaRPr lang="en-IN" sz="2400" dirty="0"/>
          </a:p>
        </p:txBody>
      </p:sp>
      <p:sp>
        <p:nvSpPr>
          <p:cNvPr id="4" name="Slide Number Placeholder 3">
            <a:extLst>
              <a:ext uri="{FF2B5EF4-FFF2-40B4-BE49-F238E27FC236}">
                <a16:creationId xmlns:a16="http://schemas.microsoft.com/office/drawing/2014/main" id="{67E6B440-F77A-F52B-FF9C-53E587BF3A5F}"/>
              </a:ext>
            </a:extLst>
          </p:cNvPr>
          <p:cNvSpPr>
            <a:spLocks noGrp="1"/>
          </p:cNvSpPr>
          <p:nvPr>
            <p:ph type="sldNum" sz="quarter" idx="11"/>
          </p:nvPr>
        </p:nvSpPr>
        <p:spPr/>
        <p:txBody>
          <a:bodyPr/>
          <a:lstStyle/>
          <a:p>
            <a:fld id="{09A01C0A-2BB6-49E7-91A3-DCB9F9F59583}" type="slidenum">
              <a:rPr lang="en-US" smtClean="0"/>
              <a:pPr/>
              <a:t>22</a:t>
            </a:fld>
            <a:endParaRPr lang="en-US" dirty="0"/>
          </a:p>
        </p:txBody>
      </p:sp>
      <p:pic>
        <p:nvPicPr>
          <p:cNvPr id="6" name="Picture 5">
            <a:extLst>
              <a:ext uri="{FF2B5EF4-FFF2-40B4-BE49-F238E27FC236}">
                <a16:creationId xmlns:a16="http://schemas.microsoft.com/office/drawing/2014/main" id="{46D1C2AF-7EF1-9710-DA6F-67B86FD6686E}"/>
              </a:ext>
            </a:extLst>
          </p:cNvPr>
          <p:cNvPicPr>
            <a:picLocks noChangeAspect="1"/>
          </p:cNvPicPr>
          <p:nvPr/>
        </p:nvPicPr>
        <p:blipFill>
          <a:blip r:embed="rId2"/>
          <a:stretch>
            <a:fillRect/>
          </a:stretch>
        </p:blipFill>
        <p:spPr>
          <a:xfrm>
            <a:off x="212349" y="1366549"/>
            <a:ext cx="6011470" cy="4124901"/>
          </a:xfrm>
          <a:prstGeom prst="rect">
            <a:avLst/>
          </a:prstGeom>
        </p:spPr>
      </p:pic>
      <p:pic>
        <p:nvPicPr>
          <p:cNvPr id="8" name="Picture 7">
            <a:extLst>
              <a:ext uri="{FF2B5EF4-FFF2-40B4-BE49-F238E27FC236}">
                <a16:creationId xmlns:a16="http://schemas.microsoft.com/office/drawing/2014/main" id="{E302FEEB-5E19-B810-C00F-2EE81113A4A4}"/>
              </a:ext>
            </a:extLst>
          </p:cNvPr>
          <p:cNvPicPr>
            <a:picLocks noChangeAspect="1"/>
          </p:cNvPicPr>
          <p:nvPr/>
        </p:nvPicPr>
        <p:blipFill>
          <a:blip r:embed="rId3"/>
          <a:stretch>
            <a:fillRect/>
          </a:stretch>
        </p:blipFill>
        <p:spPr>
          <a:xfrm>
            <a:off x="6469626" y="1366549"/>
            <a:ext cx="5259668" cy="4086795"/>
          </a:xfrm>
          <a:prstGeom prst="rect">
            <a:avLst/>
          </a:prstGeom>
        </p:spPr>
      </p:pic>
    </p:spTree>
    <p:extLst>
      <p:ext uri="{BB962C8B-B14F-4D97-AF65-F5344CB8AC3E}">
        <p14:creationId xmlns:p14="http://schemas.microsoft.com/office/powerpoint/2010/main" val="27529296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BFDB7-6AB5-57FA-A256-24BB2F862DB4}"/>
              </a:ext>
            </a:extLst>
          </p:cNvPr>
          <p:cNvSpPr>
            <a:spLocks noGrp="1"/>
          </p:cNvSpPr>
          <p:nvPr>
            <p:ph type="title"/>
          </p:nvPr>
        </p:nvSpPr>
        <p:spPr>
          <a:xfrm>
            <a:off x="771734" y="409490"/>
            <a:ext cx="10122632" cy="536743"/>
          </a:xfrm>
        </p:spPr>
        <p:txBody>
          <a:bodyPr/>
          <a:lstStyle/>
          <a:p>
            <a:r>
              <a:rPr lang="en-IN" sz="2400" cap="none" dirty="0">
                <a:latin typeface="Times New Roman" panose="02020603050405020304" pitchFamily="18" charset="0"/>
                <a:cs typeface="Times New Roman" panose="02020603050405020304" pitchFamily="18" charset="0"/>
              </a:rPr>
              <a:t>Top 3 Contributing Causes For Each Crash Type</a:t>
            </a:r>
            <a:endParaRPr lang="en-IN" sz="2400" dirty="0"/>
          </a:p>
        </p:txBody>
      </p:sp>
      <p:sp>
        <p:nvSpPr>
          <p:cNvPr id="3" name="Content Placeholder 2">
            <a:extLst>
              <a:ext uri="{FF2B5EF4-FFF2-40B4-BE49-F238E27FC236}">
                <a16:creationId xmlns:a16="http://schemas.microsoft.com/office/drawing/2014/main" id="{7444A969-91E2-335B-F6CB-1374E62FFAE0}"/>
              </a:ext>
            </a:extLst>
          </p:cNvPr>
          <p:cNvSpPr>
            <a:spLocks noGrp="1"/>
          </p:cNvSpPr>
          <p:nvPr>
            <p:ph sz="half" idx="2"/>
          </p:nvPr>
        </p:nvSpPr>
        <p:spPr>
          <a:xfrm>
            <a:off x="264597" y="5561996"/>
            <a:ext cx="11543355" cy="1173101"/>
          </a:xfrm>
        </p:spPr>
        <p:txBody>
          <a:bodyPr/>
          <a:lstStyle/>
          <a:p>
            <a:r>
              <a:rPr lang="en-IN" sz="1600" u="sng" dirty="0">
                <a:latin typeface="Georgia" panose="02040502050405020303" pitchFamily="18" charset="0"/>
              </a:rPr>
              <a:t>Observation: </a:t>
            </a:r>
            <a:r>
              <a:rPr lang="en-IN" sz="1600" dirty="0">
                <a:latin typeface="Georgia" panose="02040502050405020303" pitchFamily="18" charset="0"/>
              </a:rPr>
              <a:t>Driver-related </a:t>
            </a:r>
            <a:r>
              <a:rPr lang="en-IN" sz="1600" dirty="0" err="1">
                <a:latin typeface="Georgia" panose="02040502050405020303" pitchFamily="18" charset="0"/>
              </a:rPr>
              <a:t>behaviors</a:t>
            </a:r>
            <a:r>
              <a:rPr lang="en-IN" sz="1600" dirty="0">
                <a:latin typeface="Georgia" panose="02040502050405020303" pitchFamily="18" charset="0"/>
              </a:rPr>
              <a:t> such as failure to yield, following too closely, and improper overtaking are major causes of crashes, while many cases remain classified as "Unable to Determine." Specific crash types are strongly linked to particular driving errors.</a:t>
            </a:r>
          </a:p>
        </p:txBody>
      </p:sp>
      <p:sp>
        <p:nvSpPr>
          <p:cNvPr id="4" name="Slide Number Placeholder 3">
            <a:extLst>
              <a:ext uri="{FF2B5EF4-FFF2-40B4-BE49-F238E27FC236}">
                <a16:creationId xmlns:a16="http://schemas.microsoft.com/office/drawing/2014/main" id="{4E6FD49E-B86A-3EB0-4DDA-9FE7A202B557}"/>
              </a:ext>
            </a:extLst>
          </p:cNvPr>
          <p:cNvSpPr>
            <a:spLocks noGrp="1"/>
          </p:cNvSpPr>
          <p:nvPr>
            <p:ph type="sldNum" sz="quarter" idx="11"/>
          </p:nvPr>
        </p:nvSpPr>
        <p:spPr/>
        <p:txBody>
          <a:bodyPr/>
          <a:lstStyle/>
          <a:p>
            <a:fld id="{09A01C0A-2BB6-49E7-91A3-DCB9F9F59583}" type="slidenum">
              <a:rPr lang="en-US" smtClean="0"/>
              <a:pPr/>
              <a:t>23</a:t>
            </a:fld>
            <a:endParaRPr lang="en-US" dirty="0"/>
          </a:p>
        </p:txBody>
      </p:sp>
      <p:pic>
        <p:nvPicPr>
          <p:cNvPr id="6" name="Picture 5">
            <a:extLst>
              <a:ext uri="{FF2B5EF4-FFF2-40B4-BE49-F238E27FC236}">
                <a16:creationId xmlns:a16="http://schemas.microsoft.com/office/drawing/2014/main" id="{86AA1CC2-A7EA-AEBB-F982-E179B395402B}"/>
              </a:ext>
            </a:extLst>
          </p:cNvPr>
          <p:cNvPicPr>
            <a:picLocks noChangeAspect="1"/>
          </p:cNvPicPr>
          <p:nvPr/>
        </p:nvPicPr>
        <p:blipFill>
          <a:blip r:embed="rId2"/>
          <a:stretch>
            <a:fillRect/>
          </a:stretch>
        </p:blipFill>
        <p:spPr>
          <a:xfrm>
            <a:off x="417909" y="1224135"/>
            <a:ext cx="5274968" cy="4134427"/>
          </a:xfrm>
          <a:prstGeom prst="rect">
            <a:avLst/>
          </a:prstGeom>
        </p:spPr>
      </p:pic>
      <p:pic>
        <p:nvPicPr>
          <p:cNvPr id="8" name="Picture 7">
            <a:extLst>
              <a:ext uri="{FF2B5EF4-FFF2-40B4-BE49-F238E27FC236}">
                <a16:creationId xmlns:a16="http://schemas.microsoft.com/office/drawing/2014/main" id="{10699EDF-7C0C-45B7-E34E-F9C51B4F98BA}"/>
              </a:ext>
            </a:extLst>
          </p:cNvPr>
          <p:cNvPicPr>
            <a:picLocks noChangeAspect="1"/>
          </p:cNvPicPr>
          <p:nvPr/>
        </p:nvPicPr>
        <p:blipFill>
          <a:blip r:embed="rId3"/>
          <a:stretch>
            <a:fillRect/>
          </a:stretch>
        </p:blipFill>
        <p:spPr>
          <a:xfrm>
            <a:off x="5791249" y="1224135"/>
            <a:ext cx="5982842" cy="4134427"/>
          </a:xfrm>
          <a:prstGeom prst="rect">
            <a:avLst/>
          </a:prstGeom>
        </p:spPr>
      </p:pic>
    </p:spTree>
    <p:extLst>
      <p:ext uri="{BB962C8B-B14F-4D97-AF65-F5344CB8AC3E}">
        <p14:creationId xmlns:p14="http://schemas.microsoft.com/office/powerpoint/2010/main" val="3202590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0DCD3-26EE-44CE-7ECC-9659AFBC01BB}"/>
              </a:ext>
            </a:extLst>
          </p:cNvPr>
          <p:cNvSpPr>
            <a:spLocks noGrp="1"/>
          </p:cNvSpPr>
          <p:nvPr>
            <p:ph type="title"/>
          </p:nvPr>
        </p:nvSpPr>
        <p:spPr>
          <a:xfrm>
            <a:off x="846662" y="403121"/>
            <a:ext cx="10122632" cy="900537"/>
          </a:xfrm>
        </p:spPr>
        <p:txBody>
          <a:bodyPr/>
          <a:lstStyle/>
          <a:p>
            <a:r>
              <a:rPr lang="en-IN" sz="2400" cap="none" dirty="0">
                <a:latin typeface="Times New Roman" panose="02020603050405020304" pitchFamily="18" charset="0"/>
                <a:cs typeface="Times New Roman" panose="02020603050405020304" pitchFamily="18" charset="0"/>
              </a:rPr>
              <a:t>Calculate The Year-over-year Growth Rate Of Crashes</a:t>
            </a:r>
          </a:p>
        </p:txBody>
      </p:sp>
      <p:sp>
        <p:nvSpPr>
          <p:cNvPr id="3" name="Content Placeholder 2">
            <a:extLst>
              <a:ext uri="{FF2B5EF4-FFF2-40B4-BE49-F238E27FC236}">
                <a16:creationId xmlns:a16="http://schemas.microsoft.com/office/drawing/2014/main" id="{570892DD-F9B4-9C8A-9E91-F48579F6E4D2}"/>
              </a:ext>
            </a:extLst>
          </p:cNvPr>
          <p:cNvSpPr>
            <a:spLocks noGrp="1"/>
          </p:cNvSpPr>
          <p:nvPr>
            <p:ph sz="half" idx="2"/>
          </p:nvPr>
        </p:nvSpPr>
        <p:spPr>
          <a:xfrm>
            <a:off x="846662" y="5122044"/>
            <a:ext cx="10126362" cy="1332835"/>
          </a:xfrm>
        </p:spPr>
        <p:txBody>
          <a:bodyPr/>
          <a:lstStyle/>
          <a:p>
            <a:r>
              <a:rPr lang="en-IN" sz="1800" u="sng" dirty="0">
                <a:latin typeface="Georgia" panose="02040502050405020303" pitchFamily="18" charset="0"/>
              </a:rPr>
              <a:t>Observation: </a:t>
            </a:r>
          </a:p>
          <a:p>
            <a:r>
              <a:rPr lang="en-IN" sz="1800" dirty="0">
                <a:latin typeface="Georgia" panose="02040502050405020303" pitchFamily="18" charset="0"/>
              </a:rPr>
              <a:t>Crash totals rise from 2020 and peak in 2024 (110,853), then slightly decline in 2025</a:t>
            </a:r>
          </a:p>
        </p:txBody>
      </p:sp>
      <p:sp>
        <p:nvSpPr>
          <p:cNvPr id="4" name="Slide Number Placeholder 3">
            <a:extLst>
              <a:ext uri="{FF2B5EF4-FFF2-40B4-BE49-F238E27FC236}">
                <a16:creationId xmlns:a16="http://schemas.microsoft.com/office/drawing/2014/main" id="{D03F5038-E15F-F310-9FE0-0E6ECB904814}"/>
              </a:ext>
            </a:extLst>
          </p:cNvPr>
          <p:cNvSpPr>
            <a:spLocks noGrp="1"/>
          </p:cNvSpPr>
          <p:nvPr>
            <p:ph type="sldNum" sz="quarter" idx="11"/>
          </p:nvPr>
        </p:nvSpPr>
        <p:spPr/>
        <p:txBody>
          <a:bodyPr/>
          <a:lstStyle/>
          <a:p>
            <a:fld id="{09A01C0A-2BB6-49E7-91A3-DCB9F9F59583}" type="slidenum">
              <a:rPr lang="en-US" smtClean="0"/>
              <a:pPr/>
              <a:t>24</a:t>
            </a:fld>
            <a:endParaRPr lang="en-US" dirty="0"/>
          </a:p>
        </p:txBody>
      </p:sp>
      <p:pic>
        <p:nvPicPr>
          <p:cNvPr id="6" name="Picture 5">
            <a:extLst>
              <a:ext uri="{FF2B5EF4-FFF2-40B4-BE49-F238E27FC236}">
                <a16:creationId xmlns:a16="http://schemas.microsoft.com/office/drawing/2014/main" id="{2FE8B463-6046-CF64-1DD5-FA6A442521B4}"/>
              </a:ext>
            </a:extLst>
          </p:cNvPr>
          <p:cNvPicPr>
            <a:picLocks noChangeAspect="1"/>
          </p:cNvPicPr>
          <p:nvPr/>
        </p:nvPicPr>
        <p:blipFill>
          <a:blip r:embed="rId2"/>
          <a:stretch>
            <a:fillRect/>
          </a:stretch>
        </p:blipFill>
        <p:spPr>
          <a:xfrm>
            <a:off x="846662" y="1556026"/>
            <a:ext cx="8345065" cy="3372321"/>
          </a:xfrm>
          <a:prstGeom prst="rect">
            <a:avLst/>
          </a:prstGeom>
        </p:spPr>
      </p:pic>
    </p:spTree>
    <p:extLst>
      <p:ext uri="{BB962C8B-B14F-4D97-AF65-F5344CB8AC3E}">
        <p14:creationId xmlns:p14="http://schemas.microsoft.com/office/powerpoint/2010/main" val="37670154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E639F-4046-D2A1-DF38-EAB21BD1613E}"/>
              </a:ext>
            </a:extLst>
          </p:cNvPr>
          <p:cNvSpPr>
            <a:spLocks noGrp="1"/>
          </p:cNvSpPr>
          <p:nvPr>
            <p:ph type="title"/>
          </p:nvPr>
        </p:nvSpPr>
        <p:spPr>
          <a:xfrm>
            <a:off x="1088642" y="182880"/>
            <a:ext cx="10122632" cy="1307592"/>
          </a:xfrm>
        </p:spPr>
        <p:txBody>
          <a:bodyPr/>
          <a:lstStyle/>
          <a:p>
            <a:r>
              <a:rPr lang="en-IN" sz="2400" cap="none" dirty="0">
                <a:latin typeface="Times New Roman" panose="02020603050405020304" pitchFamily="18" charset="0"/>
                <a:cs typeface="Times New Roman" panose="02020603050405020304" pitchFamily="18" charset="0"/>
              </a:rPr>
              <a:t>Top</a:t>
            </a:r>
            <a:r>
              <a:rPr lang="en-IN" sz="2400" b="0" cap="none" dirty="0">
                <a:latin typeface="Times New Roman" panose="02020603050405020304" pitchFamily="18" charset="0"/>
                <a:cs typeface="Times New Roman" panose="02020603050405020304" pitchFamily="18" charset="0"/>
              </a:rPr>
              <a:t> </a:t>
            </a:r>
            <a:r>
              <a:rPr lang="en-IN" sz="2400" cap="none" dirty="0">
                <a:latin typeface="Times New Roman" panose="02020603050405020304" pitchFamily="18" charset="0"/>
                <a:cs typeface="Times New Roman" panose="02020603050405020304" pitchFamily="18" charset="0"/>
              </a:rPr>
              <a:t>10 Hotspot Zones With Highest Crashes</a:t>
            </a:r>
            <a:br>
              <a:rPr lang="en-IN" b="0" dirty="0"/>
            </a:br>
            <a:endParaRPr lang="en-IN" dirty="0"/>
          </a:p>
        </p:txBody>
      </p:sp>
      <p:sp>
        <p:nvSpPr>
          <p:cNvPr id="3" name="Content Placeholder 2">
            <a:extLst>
              <a:ext uri="{FF2B5EF4-FFF2-40B4-BE49-F238E27FC236}">
                <a16:creationId xmlns:a16="http://schemas.microsoft.com/office/drawing/2014/main" id="{1AE8A641-9C32-524A-38BD-694032DB8D2F}"/>
              </a:ext>
            </a:extLst>
          </p:cNvPr>
          <p:cNvSpPr>
            <a:spLocks noGrp="1"/>
          </p:cNvSpPr>
          <p:nvPr>
            <p:ph sz="half" idx="2"/>
          </p:nvPr>
        </p:nvSpPr>
        <p:spPr>
          <a:xfrm>
            <a:off x="1032819" y="3597721"/>
            <a:ext cx="10126362" cy="2582416"/>
          </a:xfrm>
        </p:spPr>
        <p:txBody>
          <a:bodyPr/>
          <a:lstStyle/>
          <a:p>
            <a:r>
              <a:rPr lang="en-IN" sz="1800" u="sng" dirty="0">
                <a:latin typeface="Georgia" panose="02040502050405020303" pitchFamily="18" charset="0"/>
              </a:rPr>
              <a:t>Observation:</a:t>
            </a:r>
          </a:p>
          <a:p>
            <a:r>
              <a:rPr lang="en-IN" sz="1800" dirty="0">
                <a:latin typeface="Georgia" panose="02040502050405020303" pitchFamily="18" charset="0"/>
              </a:rPr>
              <a:t>The majority of crashes are around the ~(42, -88) zone, showing a highly dense crash hotspot region. A small number of records at (0,0) represent invalid or missing geolocation data.</a:t>
            </a:r>
            <a:endParaRPr lang="en-IN" sz="1800" dirty="0">
              <a:latin typeface="Georgia" panose="02040502050405020303"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857EB61-D48C-3353-7580-28FBCDFAF23E}"/>
              </a:ext>
            </a:extLst>
          </p:cNvPr>
          <p:cNvSpPr>
            <a:spLocks noGrp="1"/>
          </p:cNvSpPr>
          <p:nvPr>
            <p:ph type="sldNum" sz="quarter" idx="11"/>
          </p:nvPr>
        </p:nvSpPr>
        <p:spPr/>
        <p:txBody>
          <a:bodyPr/>
          <a:lstStyle/>
          <a:p>
            <a:fld id="{09A01C0A-2BB6-49E7-91A3-DCB9F9F59583}" type="slidenum">
              <a:rPr lang="en-US" smtClean="0"/>
              <a:pPr/>
              <a:t>25</a:t>
            </a:fld>
            <a:endParaRPr lang="en-US" dirty="0"/>
          </a:p>
        </p:txBody>
      </p:sp>
      <p:pic>
        <p:nvPicPr>
          <p:cNvPr id="6" name="Picture 5">
            <a:extLst>
              <a:ext uri="{FF2B5EF4-FFF2-40B4-BE49-F238E27FC236}">
                <a16:creationId xmlns:a16="http://schemas.microsoft.com/office/drawing/2014/main" id="{0DC52D41-AE68-E15B-78E4-05A90B1D4781}"/>
              </a:ext>
            </a:extLst>
          </p:cNvPr>
          <p:cNvPicPr>
            <a:picLocks noChangeAspect="1"/>
          </p:cNvPicPr>
          <p:nvPr/>
        </p:nvPicPr>
        <p:blipFill>
          <a:blip r:embed="rId2"/>
          <a:stretch>
            <a:fillRect/>
          </a:stretch>
        </p:blipFill>
        <p:spPr>
          <a:xfrm>
            <a:off x="1088642" y="1886780"/>
            <a:ext cx="8402223" cy="1314633"/>
          </a:xfrm>
          <a:prstGeom prst="rect">
            <a:avLst/>
          </a:prstGeom>
        </p:spPr>
      </p:pic>
    </p:spTree>
    <p:extLst>
      <p:ext uri="{BB962C8B-B14F-4D97-AF65-F5344CB8AC3E}">
        <p14:creationId xmlns:p14="http://schemas.microsoft.com/office/powerpoint/2010/main" val="35461760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1BA8B96-A97F-34F3-6F87-24039CBE0C06}"/>
              </a:ext>
            </a:extLst>
          </p:cNvPr>
          <p:cNvSpPr>
            <a:spLocks noGrp="1"/>
          </p:cNvSpPr>
          <p:nvPr>
            <p:ph type="title"/>
          </p:nvPr>
        </p:nvSpPr>
        <p:spPr>
          <a:xfrm>
            <a:off x="850392" y="365760"/>
            <a:ext cx="10085832" cy="978408"/>
          </a:xfrm>
        </p:spPr>
        <p:txBody>
          <a:bodyPr/>
          <a:lstStyle/>
          <a:p>
            <a:pPr algn="ctr"/>
            <a:r>
              <a:rPr lang="en-US" dirty="0"/>
              <a:t>summary</a:t>
            </a:r>
          </a:p>
        </p:txBody>
      </p:sp>
      <p:sp>
        <p:nvSpPr>
          <p:cNvPr id="6" name="Content Placeholder 5">
            <a:extLst>
              <a:ext uri="{FF2B5EF4-FFF2-40B4-BE49-F238E27FC236}">
                <a16:creationId xmlns:a16="http://schemas.microsoft.com/office/drawing/2014/main" id="{8A235974-1A3D-2F95-9DA6-0B610F0E590B}"/>
              </a:ext>
            </a:extLst>
          </p:cNvPr>
          <p:cNvSpPr>
            <a:spLocks noGrp="1"/>
          </p:cNvSpPr>
          <p:nvPr>
            <p:ph sz="half" idx="2"/>
          </p:nvPr>
        </p:nvSpPr>
        <p:spPr>
          <a:xfrm>
            <a:off x="525272" y="1709924"/>
            <a:ext cx="6988486" cy="4581145"/>
          </a:xfrm>
        </p:spPr>
        <p:txBody>
          <a:bodyPr/>
          <a:lstStyle/>
          <a:p>
            <a:pPr marL="342900" indent="-342900">
              <a:buFont typeface="+mj-lt"/>
              <a:buAutoNum type="arabicPeriod"/>
            </a:pPr>
            <a:r>
              <a:rPr lang="en-US" dirty="0">
                <a:latin typeface="Georgia" panose="02040502050405020303" pitchFamily="18" charset="0"/>
              </a:rPr>
              <a:t>Used GROUP BY and aggregates to summarize crash data.</a:t>
            </a:r>
          </a:p>
          <a:p>
            <a:pPr marL="342900" indent="-342900">
              <a:buFont typeface="+mj-lt"/>
              <a:buAutoNum type="arabicPeriod"/>
            </a:pPr>
            <a:r>
              <a:rPr lang="en-US" dirty="0">
                <a:latin typeface="Georgia" panose="02040502050405020303" pitchFamily="18" charset="0"/>
              </a:rPr>
              <a:t>Applied CASE WHEN for data categorization.</a:t>
            </a:r>
          </a:p>
          <a:p>
            <a:pPr marL="342900" indent="-342900">
              <a:buFont typeface="+mj-lt"/>
              <a:buAutoNum type="arabicPeriod"/>
            </a:pPr>
            <a:r>
              <a:rPr lang="en-US" dirty="0">
                <a:latin typeface="Georgia" panose="02040502050405020303" pitchFamily="18" charset="0"/>
              </a:rPr>
              <a:t>Filtered data using WHERE and HAVING.</a:t>
            </a:r>
          </a:p>
          <a:p>
            <a:pPr marL="342900" indent="-342900">
              <a:buFont typeface="+mj-lt"/>
              <a:buAutoNum type="arabicPeriod"/>
            </a:pPr>
            <a:r>
              <a:rPr lang="en-US" dirty="0">
                <a:latin typeface="Georgia" panose="02040502050405020303" pitchFamily="18" charset="0"/>
              </a:rPr>
              <a:t>Used window functions for ranking and trend analysis.</a:t>
            </a:r>
          </a:p>
          <a:p>
            <a:pPr marL="342900" indent="-342900">
              <a:buFont typeface="+mj-lt"/>
              <a:buAutoNum type="arabicPeriod"/>
            </a:pPr>
            <a:r>
              <a:rPr lang="en-US" dirty="0">
                <a:latin typeface="Georgia" panose="02040502050405020303" pitchFamily="18" charset="0"/>
              </a:rPr>
              <a:t>Built queries using CTEs and subqueries.</a:t>
            </a:r>
          </a:p>
          <a:p>
            <a:pPr marL="342900" indent="-342900">
              <a:buFont typeface="+mj-lt"/>
              <a:buAutoNum type="arabicPeriod"/>
            </a:pPr>
            <a:r>
              <a:rPr lang="en-US" dirty="0">
                <a:latin typeface="Georgia" panose="02040502050405020303" pitchFamily="18" charset="0"/>
              </a:rPr>
              <a:t>Calculated metrics like injury rate and growth rate.</a:t>
            </a:r>
          </a:p>
          <a:p>
            <a:pPr marL="342900" indent="-342900">
              <a:buFont typeface="+mj-lt"/>
              <a:buAutoNum type="arabicPeriod"/>
            </a:pPr>
            <a:r>
              <a:rPr lang="en-US" dirty="0">
                <a:latin typeface="Georgia" panose="02040502050405020303" pitchFamily="18" charset="0"/>
              </a:rPr>
              <a:t>Identified hotspots using latitude-longitude grouping.</a:t>
            </a:r>
          </a:p>
        </p:txBody>
      </p:sp>
      <p:pic>
        <p:nvPicPr>
          <p:cNvPr id="32" name="Picture Placeholder 31" descr="Close up of skyscrapers">
            <a:extLst>
              <a:ext uri="{FF2B5EF4-FFF2-40B4-BE49-F238E27FC236}">
                <a16:creationId xmlns:a16="http://schemas.microsoft.com/office/drawing/2014/main" id="{24A9B74D-E2A1-3529-BC0C-6F3E582BA966}"/>
              </a:ext>
            </a:extLst>
          </p:cNvPr>
          <p:cNvPicPr>
            <a:picLocks noGrp="1" noChangeAspect="1"/>
          </p:cNvPicPr>
          <p:nvPr>
            <p:ph type="pic" sz="quarter" idx="10"/>
          </p:nvPr>
        </p:nvPicPr>
        <p:blipFill>
          <a:blip r:embed="rId2"/>
          <a:srcRect t="52" b="52"/>
          <a:stretch/>
        </p:blipFill>
        <p:spPr>
          <a:xfrm>
            <a:off x="6812280" y="4242816"/>
            <a:ext cx="4123944" cy="2615184"/>
          </a:xfrm>
        </p:spPr>
      </p:pic>
      <p:sp>
        <p:nvSpPr>
          <p:cNvPr id="4" name="Slide Number Placeholder 3">
            <a:extLst>
              <a:ext uri="{FF2B5EF4-FFF2-40B4-BE49-F238E27FC236}">
                <a16:creationId xmlns:a16="http://schemas.microsoft.com/office/drawing/2014/main" id="{54F1F300-07D0-6B39-2D9D-ACA25BCE9EC4}"/>
              </a:ext>
            </a:extLst>
          </p:cNvPr>
          <p:cNvSpPr>
            <a:spLocks noGrp="1"/>
          </p:cNvSpPr>
          <p:nvPr>
            <p:ph type="sldNum" sz="quarter" idx="35"/>
          </p:nvPr>
        </p:nvSpPr>
        <p:spPr>
          <a:xfrm rot="16200000">
            <a:off x="11716512" y="6382510"/>
            <a:ext cx="566928" cy="384048"/>
          </a:xfrm>
        </p:spPr>
        <p:txBody>
          <a:bodyPr/>
          <a:lstStyle/>
          <a:p>
            <a:fld id="{09A01C0A-2BB6-49E7-91A3-DCB9F9F59583}" type="slidenum">
              <a:rPr lang="en-US" smtClean="0"/>
              <a:pPr/>
              <a:t>26</a:t>
            </a:fld>
            <a:endParaRPr lang="en-US" dirty="0"/>
          </a:p>
        </p:txBody>
      </p:sp>
      <p:sp>
        <p:nvSpPr>
          <p:cNvPr id="33" name="Rectangle 32">
            <a:extLst>
              <a:ext uri="{FF2B5EF4-FFF2-40B4-BE49-F238E27FC236}">
                <a16:creationId xmlns:a16="http://schemas.microsoft.com/office/drawing/2014/main" id="{45A16232-26A5-5976-4EB0-BDA2944D376A}"/>
              </a:ext>
              <a:ext uri="{C183D7F6-B498-43B3-948B-1728B52AA6E4}">
                <adec:decorative xmlns:adec="http://schemas.microsoft.com/office/drawing/2017/decorative" val="1"/>
              </a:ext>
            </a:extLst>
          </p:cNvPr>
          <p:cNvSpPr/>
          <p:nvPr/>
        </p:nvSpPr>
        <p:spPr>
          <a:xfrm rot="5400000">
            <a:off x="3870445" y="2819362"/>
            <a:ext cx="1088802" cy="6988486"/>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1"/>
              </a:solidFill>
            </a:endParaRPr>
          </a:p>
        </p:txBody>
      </p:sp>
    </p:spTree>
    <p:extLst>
      <p:ext uri="{BB962C8B-B14F-4D97-AF65-F5344CB8AC3E}">
        <p14:creationId xmlns:p14="http://schemas.microsoft.com/office/powerpoint/2010/main" val="1216979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6B36EE2-7BBC-5619-A9AA-6F04BBE86F90}"/>
              </a:ext>
            </a:extLst>
          </p:cNvPr>
          <p:cNvSpPr>
            <a:spLocks noGrp="1"/>
          </p:cNvSpPr>
          <p:nvPr>
            <p:ph type="title"/>
          </p:nvPr>
        </p:nvSpPr>
        <p:spPr>
          <a:xfrm>
            <a:off x="6231292" y="757084"/>
            <a:ext cx="5093208" cy="936916"/>
          </a:xfrm>
        </p:spPr>
        <p:txBody>
          <a:bodyPr/>
          <a:lstStyle/>
          <a:p>
            <a:r>
              <a:rPr lang="en-US" dirty="0"/>
              <a:t>conclusion</a:t>
            </a:r>
            <a:endParaRPr lang="en-IN" dirty="0"/>
          </a:p>
        </p:txBody>
      </p:sp>
      <p:sp>
        <p:nvSpPr>
          <p:cNvPr id="8" name="Subtitle 7">
            <a:extLst>
              <a:ext uri="{FF2B5EF4-FFF2-40B4-BE49-F238E27FC236}">
                <a16:creationId xmlns:a16="http://schemas.microsoft.com/office/drawing/2014/main" id="{7578AA54-6346-3621-1B2C-D32248A47AA5}"/>
              </a:ext>
            </a:extLst>
          </p:cNvPr>
          <p:cNvSpPr>
            <a:spLocks noGrp="1"/>
          </p:cNvSpPr>
          <p:nvPr>
            <p:ph type="subTitle" idx="1"/>
          </p:nvPr>
        </p:nvSpPr>
        <p:spPr>
          <a:xfrm>
            <a:off x="4765040" y="2172929"/>
            <a:ext cx="6817360" cy="3656223"/>
          </a:xfrm>
        </p:spPr>
        <p:txBody>
          <a:bodyPr/>
          <a:lstStyle/>
          <a:p>
            <a:pPr algn="just">
              <a:lnSpc>
                <a:spcPct val="150000"/>
              </a:lnSpc>
            </a:pPr>
            <a:r>
              <a:rPr lang="en-US" dirty="0">
                <a:latin typeface="Georgia" panose="02040502050405020303" pitchFamily="18" charset="0"/>
              </a:rPr>
              <a:t>The dataset showed that traffic crashes are primarily driven by human behavior, traffic and high-risk locations rather than environmental conditions. Specific crash types, vulnerable road users, and a few major corridors contribute disproportionately to injuries.</a:t>
            </a:r>
            <a:endParaRPr lang="en-IN" dirty="0">
              <a:latin typeface="Georgia" panose="02040502050405020303" pitchFamily="18" charset="0"/>
            </a:endParaRPr>
          </a:p>
        </p:txBody>
      </p:sp>
      <p:sp>
        <p:nvSpPr>
          <p:cNvPr id="6" name="Slide Number Placeholder 5">
            <a:extLst>
              <a:ext uri="{FF2B5EF4-FFF2-40B4-BE49-F238E27FC236}">
                <a16:creationId xmlns:a16="http://schemas.microsoft.com/office/drawing/2014/main" id="{E9AF34E5-F60F-D62E-1C59-674F0AD8E7AF}"/>
              </a:ext>
            </a:extLst>
          </p:cNvPr>
          <p:cNvSpPr>
            <a:spLocks noGrp="1"/>
          </p:cNvSpPr>
          <p:nvPr>
            <p:ph type="sldNum" sz="quarter" idx="4294967295"/>
          </p:nvPr>
        </p:nvSpPr>
        <p:spPr>
          <a:xfrm rot="16200000">
            <a:off x="11623675" y="6381750"/>
            <a:ext cx="568325" cy="384175"/>
          </a:xfrm>
        </p:spPr>
        <p:txBody>
          <a:bodyPr/>
          <a:lstStyle/>
          <a:p>
            <a:fld id="{09A01C0A-2BB6-49E7-91A3-DCB9F9F59583}" type="slidenum">
              <a:rPr lang="en-US" smtClean="0"/>
              <a:pPr/>
              <a:t>27</a:t>
            </a:fld>
            <a:endParaRPr lang="en-US" dirty="0"/>
          </a:p>
        </p:txBody>
      </p:sp>
    </p:spTree>
    <p:extLst>
      <p:ext uri="{BB962C8B-B14F-4D97-AF65-F5344CB8AC3E}">
        <p14:creationId xmlns:p14="http://schemas.microsoft.com/office/powerpoint/2010/main" val="9125568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6A12F8-DD2F-AE73-677F-D5310D6D52B5}"/>
              </a:ext>
            </a:extLst>
          </p:cNvPr>
          <p:cNvSpPr>
            <a:spLocks noGrp="1"/>
          </p:cNvSpPr>
          <p:nvPr>
            <p:ph type="title"/>
          </p:nvPr>
        </p:nvSpPr>
        <p:spPr>
          <a:xfrm>
            <a:off x="1907196" y="2188196"/>
            <a:ext cx="5985159" cy="1594507"/>
          </a:xfrm>
        </p:spPr>
        <p:txBody>
          <a:bodyPr/>
          <a:lstStyle/>
          <a:p>
            <a:r>
              <a:rPr lang="en-US" dirty="0"/>
              <a:t>THANK YOU</a:t>
            </a:r>
          </a:p>
        </p:txBody>
      </p:sp>
    </p:spTree>
    <p:extLst>
      <p:ext uri="{BB962C8B-B14F-4D97-AF65-F5344CB8AC3E}">
        <p14:creationId xmlns:p14="http://schemas.microsoft.com/office/powerpoint/2010/main" val="1023783487"/>
      </p:ext>
    </p:extLst>
  </p:cSld>
  <p:clrMapOvr>
    <a:masterClrMapping/>
  </p:clrMapOvr>
</p:sld>
</file>

<file path=ppt/theme/theme1.xml><?xml version="1.0" encoding="utf-8"?>
<a:theme xmlns:a="http://schemas.openxmlformats.org/drawingml/2006/main" name="Custom">
  <a:themeElements>
    <a:clrScheme name="Custom 8">
      <a:dk1>
        <a:srgbClr val="36393B"/>
      </a:dk1>
      <a:lt1>
        <a:srgbClr val="FFFFFF"/>
      </a:lt1>
      <a:dk2>
        <a:srgbClr val="4D62EF"/>
      </a:dk2>
      <a:lt2>
        <a:srgbClr val="E7E4E6"/>
      </a:lt2>
      <a:accent1>
        <a:srgbClr val="3AEFCC"/>
      </a:accent1>
      <a:accent2>
        <a:srgbClr val="62D382"/>
      </a:accent2>
      <a:accent3>
        <a:srgbClr val="FDED60"/>
      </a:accent3>
      <a:accent4>
        <a:srgbClr val="FD4C00"/>
      </a:accent4>
      <a:accent5>
        <a:srgbClr val="FE2701"/>
      </a:accent5>
      <a:accent6>
        <a:srgbClr val="CA54FB"/>
      </a:accent6>
      <a:hlink>
        <a:srgbClr val="4D62EF"/>
      </a:hlink>
      <a:folHlink>
        <a:srgbClr val="FC4C00"/>
      </a:folHlink>
    </a:clrScheme>
    <a:fontScheme name="Custom 19">
      <a:majorFont>
        <a:latin typeface="Arial Black"/>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051434_win32_KB_V3.potx" id="{43D84336-549C-4EAD-AE8D-BE1D65DE3314}" vid="{2C1BB0A5-2565-4EB8-A5F5-FF12201C54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0E3FE2-6B9B-4C9A-84D9-AD118750DE60}">
  <ds:schemaRefs>
    <ds:schemaRef ds:uri="http://schemas.microsoft.com/sharepoint/v3/contenttype/forms"/>
  </ds:schemaRefs>
</ds:datastoreItem>
</file>

<file path=customXml/itemProps2.xml><?xml version="1.0" encoding="utf-8"?>
<ds:datastoreItem xmlns:ds="http://schemas.openxmlformats.org/officeDocument/2006/customXml" ds:itemID="{4CD1C4F3-182B-4FFD-86F3-85933C0520B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F6D4D42E-C7BD-4080-9A83-56BA58F91A9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Light modernist presentation</Template>
  <TotalTime>1185</TotalTime>
  <Words>1191</Words>
  <Application>Microsoft Office PowerPoint</Application>
  <PresentationFormat>Widescreen</PresentationFormat>
  <Paragraphs>127</Paragraphs>
  <Slides>28</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28</vt:i4>
      </vt:variant>
    </vt:vector>
  </HeadingPairs>
  <TitlesOfParts>
    <vt:vector size="39" baseType="lpstr">
      <vt:lpstr>Arial</vt:lpstr>
      <vt:lpstr>Arial Black</vt:lpstr>
      <vt:lpstr>Avenir Next LT Pro</vt:lpstr>
      <vt:lpstr>Avenir Next LT Pro Light</vt:lpstr>
      <vt:lpstr>Bodoni MT</vt:lpstr>
      <vt:lpstr>Calibri</vt:lpstr>
      <vt:lpstr>Californian FB</vt:lpstr>
      <vt:lpstr>Cambria</vt:lpstr>
      <vt:lpstr>Georgia</vt:lpstr>
      <vt:lpstr>Times New Roman</vt:lpstr>
      <vt:lpstr>Custom</vt:lpstr>
      <vt:lpstr>TRAFFIC CRASH ANALYSIS</vt:lpstr>
      <vt:lpstr>AGENDA</vt:lpstr>
      <vt:lpstr>Introduction</vt:lpstr>
      <vt:lpstr>DESCRIPTION</vt:lpstr>
      <vt:lpstr>OBJECTIVES</vt:lpstr>
      <vt:lpstr>Methods and steps</vt:lpstr>
      <vt:lpstr>Analysis and observation</vt:lpstr>
      <vt:lpstr> observation</vt:lpstr>
      <vt:lpstr>Top 5 Most Dangerous Combinations Of Weather And Crash Type Based On Total Crashes.</vt:lpstr>
      <vt:lpstr>The Top Ten Streets With The Most Injuries From Crashes </vt:lpstr>
      <vt:lpstr>Percentage Of Crashes That Resulted In Injuries For Each Crash Type</vt:lpstr>
      <vt:lpstr> Peak Crash Hour For Each Month</vt:lpstr>
      <vt:lpstr>Top 5 Primary Causes Of Crashes During Night Time (CRASH_HOUR ≥ 18)</vt:lpstr>
      <vt:lpstr>Compare Average Number Of Injuries In Daylight Vs Darkness Conditions</vt:lpstr>
      <vt:lpstr>Which Traffic Control Device Type Has The Highest Average Injuries Per Crash</vt:lpstr>
      <vt:lpstr>Top 5 Locations (Latitude/Longitude) With The Highest Crash Frequency</vt:lpstr>
      <vt:lpstr>Top 5 Streets With The Highest Injury Rate, Considering Only Streets With More Than 100 Crashes</vt:lpstr>
      <vt:lpstr>For Each Year, Identify The Most Common Crash Type</vt:lpstr>
      <vt:lpstr>Day Of The Week With The Highest Average Crashes Per Hour</vt:lpstr>
      <vt:lpstr>High-risk Time Slots; Bucket Has The Highest Injury Crashes</vt:lpstr>
      <vt:lpstr> Top 3 Contributing Causes For Each Crash Type</vt:lpstr>
      <vt:lpstr>Top 3 Contributing Causes For Each Crash Type</vt:lpstr>
      <vt:lpstr>Top 3 Contributing Causes For Each Crash Type</vt:lpstr>
      <vt:lpstr>Calculate The Year-over-year Growth Rate Of Crashes</vt:lpstr>
      <vt:lpstr>Top 10 Hotspot Zones With Highest Crashes </vt:lpstr>
      <vt:lpstr>summary</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karthik s</dc:creator>
  <cp:lastModifiedBy>karthik s</cp:lastModifiedBy>
  <cp:revision>4</cp:revision>
  <dcterms:created xsi:type="dcterms:W3CDTF">2026-06-05T08:16:41Z</dcterms:created>
  <dcterms:modified xsi:type="dcterms:W3CDTF">2026-06-15T10:42:08Z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