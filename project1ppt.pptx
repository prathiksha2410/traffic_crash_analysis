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310" r:id="rId5"/>
    <p:sldId id="305" r:id="rId6"/>
    <p:sldId id="276" r:id="rId7"/>
    <p:sldId id="274" r:id="rId8"/>
    <p:sldId id="286" r:id="rId9"/>
    <p:sldId id="279" r:id="rId10"/>
    <p:sldId id="306" r:id="rId11"/>
    <p:sldId id="302" r:id="rId12"/>
    <p:sldId id="307" r:id="rId13"/>
    <p:sldId id="308" r:id="rId14"/>
    <p:sldId id="300" r:id="rId15"/>
    <p:sldId id="309"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EE6"/>
    <a:srgbClr val="132BDC"/>
    <a:srgbClr val="DCE0FC"/>
    <a:srgbClr val="FDF200"/>
    <a:srgbClr val="80FBE5"/>
    <a:srgbClr val="3CF3D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26"/>
  </p:normalViewPr>
  <p:slideViewPr>
    <p:cSldViewPr snapToGrid="0">
      <p:cViewPr varScale="1">
        <p:scale>
          <a:sx n="78" d="100"/>
          <a:sy n="78" d="100"/>
        </p:scale>
        <p:origin x="878" y="62"/>
      </p:cViewPr>
      <p:guideLst/>
    </p:cSldViewPr>
  </p:slideViewPr>
  <p:notesTextViewPr>
    <p:cViewPr>
      <p:scale>
        <a:sx n="1" d="1"/>
        <a:sy n="1" d="1"/>
      </p:scale>
      <p:origin x="0" y="0"/>
    </p:cViewPr>
  </p:notesTextViewPr>
  <p:notesViewPr>
    <p:cSldViewPr snapToGrid="0">
      <p:cViewPr varScale="1">
        <p:scale>
          <a:sx n="137" d="100"/>
          <a:sy n="137" d="100"/>
        </p:scale>
        <p:origin x="6744"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A966AA-C2D0-420D-89FC-1A1AB0AD4072}"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45D50368-372D-4F79-95B9-B27BD239F0F6}">
      <dgm:prSet phldrT="[Text]" custT="1"/>
      <dgm:spPr/>
      <dgm:t>
        <a:bodyPr anchor="ctr"/>
        <a:lstStyle/>
        <a:p>
          <a:pPr algn="ctr">
            <a:buNone/>
          </a:pPr>
          <a:r>
            <a:rPr lang="en-US" sz="1800" b="1" dirty="0">
              <a:solidFill>
                <a:schemeClr val="tx1"/>
              </a:solidFill>
              <a:latin typeface="+mj-lt"/>
            </a:rPr>
            <a:t>Expand</a:t>
          </a:r>
        </a:p>
      </dgm:t>
    </dgm:pt>
    <dgm:pt modelId="{CDE1A78B-2AE4-4A71-9139-416C219BC84D}" type="parTrans" cxnId="{68788A78-9180-41FF-BD09-BF4DBB52EA0D}">
      <dgm:prSet/>
      <dgm:spPr/>
      <dgm:t>
        <a:bodyPr/>
        <a:lstStyle/>
        <a:p>
          <a:pPr algn="ctr"/>
          <a:endParaRPr lang="en-US" sz="1800">
            <a:solidFill>
              <a:schemeClr val="tx1"/>
            </a:solidFill>
          </a:endParaRPr>
        </a:p>
      </dgm:t>
    </dgm:pt>
    <dgm:pt modelId="{508ABF25-4B40-405C-9E88-248ED8B31B83}" type="sibTrans" cxnId="{68788A78-9180-41FF-BD09-BF4DBB52EA0D}">
      <dgm:prSet/>
      <dgm:spPr/>
      <dgm:t>
        <a:bodyPr/>
        <a:lstStyle/>
        <a:p>
          <a:pPr algn="ctr"/>
          <a:endParaRPr lang="en-US" sz="1800">
            <a:solidFill>
              <a:schemeClr val="tx1"/>
            </a:solidFill>
          </a:endParaRPr>
        </a:p>
      </dgm:t>
    </dgm:pt>
    <dgm:pt modelId="{15FCB7DF-D0D3-43D8-8FE5-E5FFDED6264E}">
      <dgm:prSet phldrT="[Text]" custT="1"/>
      <dgm:spPr/>
      <dgm:t>
        <a:bodyPr anchor="ctr"/>
        <a:lstStyle/>
        <a:p>
          <a:pPr marL="0" algn="ctr">
            <a:lnSpc>
              <a:spcPct val="120000"/>
            </a:lnSpc>
            <a:spcAft>
              <a:spcPts val="1200"/>
            </a:spcAft>
            <a:buNone/>
          </a:pPr>
          <a:r>
            <a:rPr lang="en-US" sz="1800" dirty="0">
              <a:solidFill>
                <a:schemeClr val="tx1"/>
              </a:solidFill>
            </a:rPr>
            <a:t>Foster collaborative growth</a:t>
          </a:r>
        </a:p>
      </dgm:t>
    </dgm:pt>
    <dgm:pt modelId="{5DD5E854-B70B-4927-93DD-9B930567F2D9}" type="parTrans" cxnId="{D8EBBD42-214D-4D3D-9A34-A5A6A40991CD}">
      <dgm:prSet/>
      <dgm:spPr/>
      <dgm:t>
        <a:bodyPr/>
        <a:lstStyle/>
        <a:p>
          <a:pPr algn="ctr"/>
          <a:endParaRPr lang="en-US" sz="1800">
            <a:solidFill>
              <a:schemeClr val="tx1"/>
            </a:solidFill>
          </a:endParaRPr>
        </a:p>
      </dgm:t>
    </dgm:pt>
    <dgm:pt modelId="{DDE76206-3F7F-4788-87BA-8C9D4D26CDB9}" type="sibTrans" cxnId="{D8EBBD42-214D-4D3D-9A34-A5A6A40991CD}">
      <dgm:prSet/>
      <dgm:spPr/>
      <dgm:t>
        <a:bodyPr/>
        <a:lstStyle/>
        <a:p>
          <a:pPr algn="ctr"/>
          <a:endParaRPr lang="en-US" sz="1800">
            <a:solidFill>
              <a:schemeClr val="tx1"/>
            </a:solidFill>
          </a:endParaRPr>
        </a:p>
      </dgm:t>
    </dgm:pt>
    <dgm:pt modelId="{196543C5-093B-4437-B406-DBE4B882EA97}">
      <dgm:prSet phldrT="[Text]" custT="1"/>
      <dgm:spPr/>
      <dgm:t>
        <a:bodyPr anchor="ctr"/>
        <a:lstStyle/>
        <a:p>
          <a:pPr algn="ctr">
            <a:buNone/>
          </a:pPr>
          <a:r>
            <a:rPr lang="en-US" sz="1800" b="1" dirty="0">
              <a:solidFill>
                <a:schemeClr val="tx1"/>
              </a:solidFill>
              <a:latin typeface="+mj-lt"/>
            </a:rPr>
            <a:t>Enhance</a:t>
          </a:r>
        </a:p>
      </dgm:t>
    </dgm:pt>
    <dgm:pt modelId="{41DE1F19-4A9F-48CD-A44E-6BF1D04E31EE}" type="parTrans" cxnId="{52499B9F-797A-43CC-89E1-64C52021BFAF}">
      <dgm:prSet/>
      <dgm:spPr/>
      <dgm:t>
        <a:bodyPr/>
        <a:lstStyle/>
        <a:p>
          <a:pPr algn="ctr"/>
          <a:endParaRPr lang="en-US" sz="1800">
            <a:solidFill>
              <a:schemeClr val="tx1"/>
            </a:solidFill>
          </a:endParaRPr>
        </a:p>
      </dgm:t>
    </dgm:pt>
    <dgm:pt modelId="{F264F018-7FB9-43EC-B595-B986D351AD7B}" type="sibTrans" cxnId="{52499B9F-797A-43CC-89E1-64C52021BFAF}">
      <dgm:prSet/>
      <dgm:spPr/>
      <dgm:t>
        <a:bodyPr/>
        <a:lstStyle/>
        <a:p>
          <a:pPr algn="ctr"/>
          <a:endParaRPr lang="en-US" sz="1800">
            <a:solidFill>
              <a:schemeClr val="tx1"/>
            </a:solidFill>
          </a:endParaRPr>
        </a:p>
      </dgm:t>
    </dgm:pt>
    <dgm:pt modelId="{C485168C-07AD-4DE6-B17E-1E96E93777D7}">
      <dgm:prSet phldrT="[Text]" custT="1"/>
      <dgm:spPr/>
      <dgm:t>
        <a:bodyPr anchor="ctr"/>
        <a:lstStyle/>
        <a:p>
          <a:pPr marL="0" algn="ctr">
            <a:lnSpc>
              <a:spcPct val="120000"/>
            </a:lnSpc>
            <a:spcAft>
              <a:spcPts val="1200"/>
            </a:spcAft>
            <a:buNone/>
          </a:pPr>
          <a:r>
            <a:rPr lang="en-US" sz="1800" dirty="0">
              <a:solidFill>
                <a:schemeClr val="tx1"/>
              </a:solidFill>
            </a:rPr>
            <a:t>Ensure a tailored </a:t>
          </a:r>
          <a:br>
            <a:rPr lang="en-US" sz="1800" dirty="0">
              <a:solidFill>
                <a:schemeClr val="tx1"/>
              </a:solidFill>
            </a:rPr>
          </a:br>
          <a:r>
            <a:rPr lang="en-US" sz="1800" dirty="0">
              <a:solidFill>
                <a:schemeClr val="tx1"/>
              </a:solidFill>
            </a:rPr>
            <a:t>and user-focused experience</a:t>
          </a:r>
        </a:p>
      </dgm:t>
    </dgm:pt>
    <dgm:pt modelId="{2EA2CE1F-978B-4B0A-92B2-CA23FBAEB8C0}" type="parTrans" cxnId="{B374803A-F1D8-4C12-8B03-25954CE7DDA9}">
      <dgm:prSet/>
      <dgm:spPr/>
      <dgm:t>
        <a:bodyPr/>
        <a:lstStyle/>
        <a:p>
          <a:pPr algn="ctr"/>
          <a:endParaRPr lang="en-US" sz="1800">
            <a:solidFill>
              <a:schemeClr val="tx1"/>
            </a:solidFill>
          </a:endParaRPr>
        </a:p>
      </dgm:t>
    </dgm:pt>
    <dgm:pt modelId="{05F43B89-7F05-43F2-A0A8-66E0914D6EC4}" type="sibTrans" cxnId="{B374803A-F1D8-4C12-8B03-25954CE7DDA9}">
      <dgm:prSet/>
      <dgm:spPr/>
      <dgm:t>
        <a:bodyPr/>
        <a:lstStyle/>
        <a:p>
          <a:pPr algn="ctr"/>
          <a:endParaRPr lang="en-US" sz="1800">
            <a:solidFill>
              <a:schemeClr val="tx1"/>
            </a:solidFill>
          </a:endParaRPr>
        </a:p>
      </dgm:t>
    </dgm:pt>
    <dgm:pt modelId="{CA2BABAF-EDAA-4496-8316-FD6EA3643E8F}">
      <dgm:prSet phldrT="[Text]" custT="1"/>
      <dgm:spPr/>
      <dgm:t>
        <a:bodyPr anchor="ctr"/>
        <a:lstStyle/>
        <a:p>
          <a:pPr algn="ctr">
            <a:buNone/>
          </a:pPr>
          <a:r>
            <a:rPr lang="en-US" sz="1800" b="1" dirty="0">
              <a:solidFill>
                <a:schemeClr val="tx1"/>
              </a:solidFill>
              <a:latin typeface="+mj-lt"/>
            </a:rPr>
            <a:t>Explore</a:t>
          </a:r>
        </a:p>
      </dgm:t>
    </dgm:pt>
    <dgm:pt modelId="{2B1B4805-2FB7-402F-86A8-587F29181C18}" type="parTrans" cxnId="{4011B082-09BD-4DD1-A54F-EA5AB249A3C2}">
      <dgm:prSet/>
      <dgm:spPr/>
      <dgm:t>
        <a:bodyPr/>
        <a:lstStyle/>
        <a:p>
          <a:pPr algn="ctr"/>
          <a:endParaRPr lang="en-US" sz="1800">
            <a:solidFill>
              <a:schemeClr val="tx1"/>
            </a:solidFill>
          </a:endParaRPr>
        </a:p>
      </dgm:t>
    </dgm:pt>
    <dgm:pt modelId="{4498AB02-A1BF-4D28-8918-F87A89CEE23B}" type="sibTrans" cxnId="{4011B082-09BD-4DD1-A54F-EA5AB249A3C2}">
      <dgm:prSet/>
      <dgm:spPr/>
      <dgm:t>
        <a:bodyPr/>
        <a:lstStyle/>
        <a:p>
          <a:pPr algn="ctr"/>
          <a:endParaRPr lang="en-US" sz="1800">
            <a:solidFill>
              <a:schemeClr val="tx1"/>
            </a:solidFill>
          </a:endParaRPr>
        </a:p>
      </dgm:t>
    </dgm:pt>
    <dgm:pt modelId="{ABC1EDDD-C08B-4F9C-8453-9CEFCC2AF319}">
      <dgm:prSet phldrT="[Text]" custT="1"/>
      <dgm:spPr/>
      <dgm:t>
        <a:bodyPr anchor="ctr"/>
        <a:lstStyle/>
        <a:p>
          <a:pPr marL="0" algn="ctr">
            <a:lnSpc>
              <a:spcPct val="120000"/>
            </a:lnSpc>
            <a:spcAft>
              <a:spcPts val="1200"/>
            </a:spcAft>
            <a:buNone/>
          </a:pPr>
          <a:r>
            <a:rPr lang="en-US" sz="1800" dirty="0">
              <a:solidFill>
                <a:schemeClr val="tx1"/>
              </a:solidFill>
            </a:rPr>
            <a:t>Capitalize on emerging global markets</a:t>
          </a:r>
        </a:p>
      </dgm:t>
    </dgm:pt>
    <dgm:pt modelId="{33D02404-349E-4E82-A8BA-C0A907006883}" type="parTrans" cxnId="{9C4BE375-6187-4BD4-A343-9FC71D796AF1}">
      <dgm:prSet/>
      <dgm:spPr/>
      <dgm:t>
        <a:bodyPr/>
        <a:lstStyle/>
        <a:p>
          <a:pPr algn="ctr"/>
          <a:endParaRPr lang="en-US" sz="1800">
            <a:solidFill>
              <a:schemeClr val="tx1"/>
            </a:solidFill>
          </a:endParaRPr>
        </a:p>
      </dgm:t>
    </dgm:pt>
    <dgm:pt modelId="{7D85D88C-6545-49D9-9F9D-01270187B165}" type="sibTrans" cxnId="{9C4BE375-6187-4BD4-A343-9FC71D796AF1}">
      <dgm:prSet/>
      <dgm:spPr/>
      <dgm:t>
        <a:bodyPr/>
        <a:lstStyle/>
        <a:p>
          <a:pPr algn="ctr"/>
          <a:endParaRPr lang="en-US" sz="1800">
            <a:solidFill>
              <a:schemeClr val="tx1"/>
            </a:solidFill>
          </a:endParaRPr>
        </a:p>
      </dgm:t>
    </dgm:pt>
    <dgm:pt modelId="{5026F79A-D670-4F65-B581-E609F4440949}" type="pres">
      <dgm:prSet presAssocID="{B6A966AA-C2D0-420D-89FC-1A1AB0AD4072}" presName="Name0" presStyleCnt="0">
        <dgm:presLayoutVars>
          <dgm:dir/>
          <dgm:animLvl val="lvl"/>
          <dgm:resizeHandles val="exact"/>
        </dgm:presLayoutVars>
      </dgm:prSet>
      <dgm:spPr/>
    </dgm:pt>
    <dgm:pt modelId="{B2A5F905-5454-4A81-AFC2-602475B3C21B}" type="pres">
      <dgm:prSet presAssocID="{45D50368-372D-4F79-95B9-B27BD239F0F6}" presName="composite" presStyleCnt="0"/>
      <dgm:spPr/>
    </dgm:pt>
    <dgm:pt modelId="{2612B01E-E5FD-4FF5-9198-43474773E636}" type="pres">
      <dgm:prSet presAssocID="{45D50368-372D-4F79-95B9-B27BD239F0F6}" presName="parTx" presStyleLbl="node1" presStyleIdx="0" presStyleCnt="3">
        <dgm:presLayoutVars>
          <dgm:chMax val="0"/>
          <dgm:chPref val="0"/>
          <dgm:bulletEnabled val="1"/>
        </dgm:presLayoutVars>
      </dgm:prSet>
      <dgm:spPr/>
    </dgm:pt>
    <dgm:pt modelId="{FDEC72F1-79D0-44B6-8429-0F39785C9AD0}" type="pres">
      <dgm:prSet presAssocID="{45D50368-372D-4F79-95B9-B27BD239F0F6}" presName="desTx" presStyleLbl="revTx" presStyleIdx="0" presStyleCnt="3" custLinFactNeighborX="12445">
        <dgm:presLayoutVars>
          <dgm:bulletEnabled val="1"/>
        </dgm:presLayoutVars>
      </dgm:prSet>
      <dgm:spPr/>
    </dgm:pt>
    <dgm:pt modelId="{A2E8B6A5-7483-46B9-AEDC-17DBE6FB9B4E}" type="pres">
      <dgm:prSet presAssocID="{508ABF25-4B40-405C-9E88-248ED8B31B83}" presName="space" presStyleCnt="0"/>
      <dgm:spPr/>
    </dgm:pt>
    <dgm:pt modelId="{187F0FEF-C720-494E-A2FE-020FF399FBDF}" type="pres">
      <dgm:prSet presAssocID="{196543C5-093B-4437-B406-DBE4B882EA97}" presName="composite" presStyleCnt="0"/>
      <dgm:spPr/>
    </dgm:pt>
    <dgm:pt modelId="{8FBF96FC-7A6C-4977-AC0C-35CDC7270E23}" type="pres">
      <dgm:prSet presAssocID="{196543C5-093B-4437-B406-DBE4B882EA97}" presName="parTx" presStyleLbl="node1" presStyleIdx="1" presStyleCnt="3">
        <dgm:presLayoutVars>
          <dgm:chMax val="0"/>
          <dgm:chPref val="0"/>
          <dgm:bulletEnabled val="1"/>
        </dgm:presLayoutVars>
      </dgm:prSet>
      <dgm:spPr/>
    </dgm:pt>
    <dgm:pt modelId="{0E6AC4B0-7D9E-4235-A5C0-FC9C6164F4E5}" type="pres">
      <dgm:prSet presAssocID="{196543C5-093B-4437-B406-DBE4B882EA97}" presName="desTx" presStyleLbl="revTx" presStyleIdx="1" presStyleCnt="3" custScaleX="114921" custLinFactNeighborX="7315">
        <dgm:presLayoutVars>
          <dgm:bulletEnabled val="1"/>
        </dgm:presLayoutVars>
      </dgm:prSet>
      <dgm:spPr/>
    </dgm:pt>
    <dgm:pt modelId="{E164AE18-6369-488B-A2D6-E9F4C3CC4F93}" type="pres">
      <dgm:prSet presAssocID="{F264F018-7FB9-43EC-B595-B986D351AD7B}" presName="space" presStyleCnt="0"/>
      <dgm:spPr/>
    </dgm:pt>
    <dgm:pt modelId="{4027752C-746F-47A0-B9FD-8F9A8606D359}" type="pres">
      <dgm:prSet presAssocID="{CA2BABAF-EDAA-4496-8316-FD6EA3643E8F}" presName="composite" presStyleCnt="0"/>
      <dgm:spPr/>
    </dgm:pt>
    <dgm:pt modelId="{504C6F9B-242F-4BEF-BA77-A2E4D823CECC}" type="pres">
      <dgm:prSet presAssocID="{CA2BABAF-EDAA-4496-8316-FD6EA3643E8F}" presName="parTx" presStyleLbl="node1" presStyleIdx="2" presStyleCnt="3">
        <dgm:presLayoutVars>
          <dgm:chMax val="0"/>
          <dgm:chPref val="0"/>
          <dgm:bulletEnabled val="1"/>
        </dgm:presLayoutVars>
      </dgm:prSet>
      <dgm:spPr/>
    </dgm:pt>
    <dgm:pt modelId="{15FC8055-A66C-4D2F-99E2-55FD986FF3F4}" type="pres">
      <dgm:prSet presAssocID="{CA2BABAF-EDAA-4496-8316-FD6EA3643E8F}" presName="desTx" presStyleLbl="revTx" presStyleIdx="2" presStyleCnt="3" custLinFactNeighborX="9939">
        <dgm:presLayoutVars>
          <dgm:bulletEnabled val="1"/>
        </dgm:presLayoutVars>
      </dgm:prSet>
      <dgm:spPr/>
    </dgm:pt>
  </dgm:ptLst>
  <dgm:cxnLst>
    <dgm:cxn modelId="{69481A05-2528-4B7D-BE99-59D1CBFC2CE1}" type="presOf" srcId="{CA2BABAF-EDAA-4496-8316-FD6EA3643E8F}" destId="{504C6F9B-242F-4BEF-BA77-A2E4D823CECC}" srcOrd="0" destOrd="0" presId="urn:microsoft.com/office/officeart/2005/8/layout/chevron1"/>
    <dgm:cxn modelId="{4D1A1E2C-CFE3-43EE-B27B-CF4310943F39}" type="presOf" srcId="{15FCB7DF-D0D3-43D8-8FE5-E5FFDED6264E}" destId="{FDEC72F1-79D0-44B6-8429-0F39785C9AD0}" srcOrd="0" destOrd="0" presId="urn:microsoft.com/office/officeart/2005/8/layout/chevron1"/>
    <dgm:cxn modelId="{B374803A-F1D8-4C12-8B03-25954CE7DDA9}" srcId="{196543C5-093B-4437-B406-DBE4B882EA97}" destId="{C485168C-07AD-4DE6-B17E-1E96E93777D7}" srcOrd="0" destOrd="0" parTransId="{2EA2CE1F-978B-4B0A-92B2-CA23FBAEB8C0}" sibTransId="{05F43B89-7F05-43F2-A0A8-66E0914D6EC4}"/>
    <dgm:cxn modelId="{D8EBBD42-214D-4D3D-9A34-A5A6A40991CD}" srcId="{45D50368-372D-4F79-95B9-B27BD239F0F6}" destId="{15FCB7DF-D0D3-43D8-8FE5-E5FFDED6264E}" srcOrd="0" destOrd="0" parTransId="{5DD5E854-B70B-4927-93DD-9B930567F2D9}" sibTransId="{DDE76206-3F7F-4788-87BA-8C9D4D26CDB9}"/>
    <dgm:cxn modelId="{9D392D43-4099-4B79-8DD5-557B00495ACE}" type="presOf" srcId="{C485168C-07AD-4DE6-B17E-1E96E93777D7}" destId="{0E6AC4B0-7D9E-4235-A5C0-FC9C6164F4E5}" srcOrd="0" destOrd="0" presId="urn:microsoft.com/office/officeart/2005/8/layout/chevron1"/>
    <dgm:cxn modelId="{9C4BE375-6187-4BD4-A343-9FC71D796AF1}" srcId="{CA2BABAF-EDAA-4496-8316-FD6EA3643E8F}" destId="{ABC1EDDD-C08B-4F9C-8453-9CEFCC2AF319}" srcOrd="0" destOrd="0" parTransId="{33D02404-349E-4E82-A8BA-C0A907006883}" sibTransId="{7D85D88C-6545-49D9-9F9D-01270187B165}"/>
    <dgm:cxn modelId="{68788A78-9180-41FF-BD09-BF4DBB52EA0D}" srcId="{B6A966AA-C2D0-420D-89FC-1A1AB0AD4072}" destId="{45D50368-372D-4F79-95B9-B27BD239F0F6}" srcOrd="0" destOrd="0" parTransId="{CDE1A78B-2AE4-4A71-9139-416C219BC84D}" sibTransId="{508ABF25-4B40-405C-9E88-248ED8B31B83}"/>
    <dgm:cxn modelId="{92AC5381-3C06-4FBB-AF46-78C079BB2827}" type="presOf" srcId="{45D50368-372D-4F79-95B9-B27BD239F0F6}" destId="{2612B01E-E5FD-4FF5-9198-43474773E636}" srcOrd="0" destOrd="0" presId="urn:microsoft.com/office/officeart/2005/8/layout/chevron1"/>
    <dgm:cxn modelId="{4011B082-09BD-4DD1-A54F-EA5AB249A3C2}" srcId="{B6A966AA-C2D0-420D-89FC-1A1AB0AD4072}" destId="{CA2BABAF-EDAA-4496-8316-FD6EA3643E8F}" srcOrd="2" destOrd="0" parTransId="{2B1B4805-2FB7-402F-86A8-587F29181C18}" sibTransId="{4498AB02-A1BF-4D28-8918-F87A89CEE23B}"/>
    <dgm:cxn modelId="{52499B9F-797A-43CC-89E1-64C52021BFAF}" srcId="{B6A966AA-C2D0-420D-89FC-1A1AB0AD4072}" destId="{196543C5-093B-4437-B406-DBE4B882EA97}" srcOrd="1" destOrd="0" parTransId="{41DE1F19-4A9F-48CD-A44E-6BF1D04E31EE}" sibTransId="{F264F018-7FB9-43EC-B595-B986D351AD7B}"/>
    <dgm:cxn modelId="{E3AF3FBD-3071-41CE-945A-D570C18AD56E}" type="presOf" srcId="{B6A966AA-C2D0-420D-89FC-1A1AB0AD4072}" destId="{5026F79A-D670-4F65-B581-E609F4440949}" srcOrd="0" destOrd="0" presId="urn:microsoft.com/office/officeart/2005/8/layout/chevron1"/>
    <dgm:cxn modelId="{C3CEA5CA-F759-4A50-A9DB-80C0367BF0E9}" type="presOf" srcId="{ABC1EDDD-C08B-4F9C-8453-9CEFCC2AF319}" destId="{15FC8055-A66C-4D2F-99E2-55FD986FF3F4}" srcOrd="0" destOrd="0" presId="urn:microsoft.com/office/officeart/2005/8/layout/chevron1"/>
    <dgm:cxn modelId="{A82995D3-DA3B-4C8E-B071-EC7E24DFEB33}" type="presOf" srcId="{196543C5-093B-4437-B406-DBE4B882EA97}" destId="{8FBF96FC-7A6C-4977-AC0C-35CDC7270E23}" srcOrd="0" destOrd="0" presId="urn:microsoft.com/office/officeart/2005/8/layout/chevron1"/>
    <dgm:cxn modelId="{83FCA4BC-76F2-436D-A86D-3F27F7F30C0C}" type="presParOf" srcId="{5026F79A-D670-4F65-B581-E609F4440949}" destId="{B2A5F905-5454-4A81-AFC2-602475B3C21B}" srcOrd="0" destOrd="0" presId="urn:microsoft.com/office/officeart/2005/8/layout/chevron1"/>
    <dgm:cxn modelId="{DBB3B9D3-7943-414D-981B-6D14268162A1}" type="presParOf" srcId="{B2A5F905-5454-4A81-AFC2-602475B3C21B}" destId="{2612B01E-E5FD-4FF5-9198-43474773E636}" srcOrd="0" destOrd="0" presId="urn:microsoft.com/office/officeart/2005/8/layout/chevron1"/>
    <dgm:cxn modelId="{E7F5D1D6-20F5-4DA1-ABB1-BD109DF9875E}" type="presParOf" srcId="{B2A5F905-5454-4A81-AFC2-602475B3C21B}" destId="{FDEC72F1-79D0-44B6-8429-0F39785C9AD0}" srcOrd="1" destOrd="0" presId="urn:microsoft.com/office/officeart/2005/8/layout/chevron1"/>
    <dgm:cxn modelId="{BC3AEB43-8F23-4454-A137-2A57141465BB}" type="presParOf" srcId="{5026F79A-D670-4F65-B581-E609F4440949}" destId="{A2E8B6A5-7483-46B9-AEDC-17DBE6FB9B4E}" srcOrd="1" destOrd="0" presId="urn:microsoft.com/office/officeart/2005/8/layout/chevron1"/>
    <dgm:cxn modelId="{FBDF012D-57A1-498B-9406-C43660D57D40}" type="presParOf" srcId="{5026F79A-D670-4F65-B581-E609F4440949}" destId="{187F0FEF-C720-494E-A2FE-020FF399FBDF}" srcOrd="2" destOrd="0" presId="urn:microsoft.com/office/officeart/2005/8/layout/chevron1"/>
    <dgm:cxn modelId="{0158B6AC-60AE-4F07-A941-5840E26EDBC6}" type="presParOf" srcId="{187F0FEF-C720-494E-A2FE-020FF399FBDF}" destId="{8FBF96FC-7A6C-4977-AC0C-35CDC7270E23}" srcOrd="0" destOrd="0" presId="urn:microsoft.com/office/officeart/2005/8/layout/chevron1"/>
    <dgm:cxn modelId="{A634A648-09BE-4A83-9745-412AA2D93F26}" type="presParOf" srcId="{187F0FEF-C720-494E-A2FE-020FF399FBDF}" destId="{0E6AC4B0-7D9E-4235-A5C0-FC9C6164F4E5}" srcOrd="1" destOrd="0" presId="urn:microsoft.com/office/officeart/2005/8/layout/chevron1"/>
    <dgm:cxn modelId="{DE2203D6-A7F7-4F85-99E1-DE0F3192BA2D}" type="presParOf" srcId="{5026F79A-D670-4F65-B581-E609F4440949}" destId="{E164AE18-6369-488B-A2D6-E9F4C3CC4F93}" srcOrd="3" destOrd="0" presId="urn:microsoft.com/office/officeart/2005/8/layout/chevron1"/>
    <dgm:cxn modelId="{4A9879DF-9549-42E2-A1F8-322C5889DE11}" type="presParOf" srcId="{5026F79A-D670-4F65-B581-E609F4440949}" destId="{4027752C-746F-47A0-B9FD-8F9A8606D359}" srcOrd="4" destOrd="0" presId="urn:microsoft.com/office/officeart/2005/8/layout/chevron1"/>
    <dgm:cxn modelId="{D2E924A1-ECA7-4487-9802-AC5E16B44811}" type="presParOf" srcId="{4027752C-746F-47A0-B9FD-8F9A8606D359}" destId="{504C6F9B-242F-4BEF-BA77-A2E4D823CECC}" srcOrd="0" destOrd="0" presId="urn:microsoft.com/office/officeart/2005/8/layout/chevron1"/>
    <dgm:cxn modelId="{5B9BD1E4-4593-4FE0-B213-10BAF3D3ABCE}" type="presParOf" srcId="{4027752C-746F-47A0-B9FD-8F9A8606D359}" destId="{15FC8055-A66C-4D2F-99E2-55FD986FF3F4}" srcOrd="1" destOrd="0" presId="urn:microsoft.com/office/officeart/2005/8/layout/chevron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12B01E-E5FD-4FF5-9198-43474773E636}">
      <dsp:nvSpPr>
        <dsp:cNvPr id="0" name=""/>
        <dsp:cNvSpPr/>
      </dsp:nvSpPr>
      <dsp:spPr>
        <a:xfrm>
          <a:off x="160" y="5089"/>
          <a:ext cx="3437305" cy="118800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mj-lt"/>
            </a:rPr>
            <a:t>Expand</a:t>
          </a:r>
        </a:p>
      </dsp:txBody>
      <dsp:txXfrm>
        <a:off x="594160" y="5089"/>
        <a:ext cx="2249305" cy="1188000"/>
      </dsp:txXfrm>
    </dsp:sp>
    <dsp:sp modelId="{FDEC72F1-79D0-44B6-8429-0F39785C9AD0}">
      <dsp:nvSpPr>
        <dsp:cNvPr id="0" name=""/>
        <dsp:cNvSpPr/>
      </dsp:nvSpPr>
      <dsp:spPr>
        <a:xfrm>
          <a:off x="342378" y="1341589"/>
          <a:ext cx="2749844" cy="985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1" indent="-171450" algn="ctr" defTabSz="800100">
            <a:lnSpc>
              <a:spcPct val="120000"/>
            </a:lnSpc>
            <a:spcBef>
              <a:spcPct val="0"/>
            </a:spcBef>
            <a:spcAft>
              <a:spcPts val="1200"/>
            </a:spcAft>
            <a:buNone/>
          </a:pPr>
          <a:r>
            <a:rPr lang="en-US" sz="1800" kern="1200" dirty="0">
              <a:solidFill>
                <a:schemeClr val="tx1"/>
              </a:solidFill>
            </a:rPr>
            <a:t>Foster collaborative growth</a:t>
          </a:r>
        </a:p>
      </dsp:txBody>
      <dsp:txXfrm>
        <a:off x="342378" y="1341589"/>
        <a:ext cx="2749844" cy="985359"/>
      </dsp:txXfrm>
    </dsp:sp>
    <dsp:sp modelId="{8FBF96FC-7A6C-4977-AC0C-35CDC7270E23}">
      <dsp:nvSpPr>
        <dsp:cNvPr id="0" name=""/>
        <dsp:cNvSpPr/>
      </dsp:nvSpPr>
      <dsp:spPr>
        <a:xfrm>
          <a:off x="3426617" y="5089"/>
          <a:ext cx="3437305" cy="118800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mj-lt"/>
            </a:rPr>
            <a:t>Enhance</a:t>
          </a:r>
        </a:p>
      </dsp:txBody>
      <dsp:txXfrm>
        <a:off x="4020617" y="5089"/>
        <a:ext cx="2249305" cy="1188000"/>
      </dsp:txXfrm>
    </dsp:sp>
    <dsp:sp modelId="{0E6AC4B0-7D9E-4235-A5C0-FC9C6164F4E5}">
      <dsp:nvSpPr>
        <dsp:cNvPr id="0" name=""/>
        <dsp:cNvSpPr/>
      </dsp:nvSpPr>
      <dsp:spPr>
        <a:xfrm>
          <a:off x="3422616" y="1341589"/>
          <a:ext cx="3160148" cy="985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1" indent="-171450" algn="ctr" defTabSz="800100">
            <a:lnSpc>
              <a:spcPct val="120000"/>
            </a:lnSpc>
            <a:spcBef>
              <a:spcPct val="0"/>
            </a:spcBef>
            <a:spcAft>
              <a:spcPts val="1200"/>
            </a:spcAft>
            <a:buNone/>
          </a:pPr>
          <a:r>
            <a:rPr lang="en-US" sz="1800" kern="1200" dirty="0">
              <a:solidFill>
                <a:schemeClr val="tx1"/>
              </a:solidFill>
            </a:rPr>
            <a:t>Ensure a tailored </a:t>
          </a:r>
          <a:br>
            <a:rPr lang="en-US" sz="1800" kern="1200" dirty="0">
              <a:solidFill>
                <a:schemeClr val="tx1"/>
              </a:solidFill>
            </a:rPr>
          </a:br>
          <a:r>
            <a:rPr lang="en-US" sz="1800" kern="1200" dirty="0">
              <a:solidFill>
                <a:schemeClr val="tx1"/>
              </a:solidFill>
            </a:rPr>
            <a:t>and user-focused experience</a:t>
          </a:r>
        </a:p>
      </dsp:txBody>
      <dsp:txXfrm>
        <a:off x="3422616" y="1341589"/>
        <a:ext cx="3160148" cy="985359"/>
      </dsp:txXfrm>
    </dsp:sp>
    <dsp:sp modelId="{504C6F9B-242F-4BEF-BA77-A2E4D823CECC}">
      <dsp:nvSpPr>
        <dsp:cNvPr id="0" name=""/>
        <dsp:cNvSpPr/>
      </dsp:nvSpPr>
      <dsp:spPr>
        <a:xfrm>
          <a:off x="6647922" y="5089"/>
          <a:ext cx="3437305" cy="118800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mj-lt"/>
            </a:rPr>
            <a:t>Explore</a:t>
          </a:r>
        </a:p>
      </dsp:txBody>
      <dsp:txXfrm>
        <a:off x="7241922" y="5089"/>
        <a:ext cx="2249305" cy="1188000"/>
      </dsp:txXfrm>
    </dsp:sp>
    <dsp:sp modelId="{15FC8055-A66C-4D2F-99E2-55FD986FF3F4}">
      <dsp:nvSpPr>
        <dsp:cNvPr id="0" name=""/>
        <dsp:cNvSpPr/>
      </dsp:nvSpPr>
      <dsp:spPr>
        <a:xfrm>
          <a:off x="6921229" y="1341589"/>
          <a:ext cx="2749844" cy="985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1" indent="-171450" algn="ctr" defTabSz="800100">
            <a:lnSpc>
              <a:spcPct val="120000"/>
            </a:lnSpc>
            <a:spcBef>
              <a:spcPct val="0"/>
            </a:spcBef>
            <a:spcAft>
              <a:spcPts val="1200"/>
            </a:spcAft>
            <a:buNone/>
          </a:pPr>
          <a:r>
            <a:rPr lang="en-US" sz="1800" kern="1200" dirty="0">
              <a:solidFill>
                <a:schemeClr val="tx1"/>
              </a:solidFill>
            </a:rPr>
            <a:t>Capitalize on emerging global markets</a:t>
          </a:r>
        </a:p>
      </dsp:txBody>
      <dsp:txXfrm>
        <a:off x="6921229" y="1341589"/>
        <a:ext cx="2749844" cy="985359"/>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4A1CB-5452-AC70-7D60-1A44C62C56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D16B759-0F79-F999-E975-D9DBEDB8A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6/5/2026</a:t>
            </a:fld>
            <a:endParaRPr lang="en-US" dirty="0"/>
          </a:p>
        </p:txBody>
      </p:sp>
      <p:sp>
        <p:nvSpPr>
          <p:cNvPr id="4" name="Footer Placeholder 3">
            <a:extLst>
              <a:ext uri="{FF2B5EF4-FFF2-40B4-BE49-F238E27FC236}">
                <a16:creationId xmlns:a16="http://schemas.microsoft.com/office/drawing/2014/main" id="{989A7C7E-774B-6207-364F-BAC51D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99ACE22-8537-7305-26E3-E0E0AF83D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4254500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6/5/2026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extLst>
      <p:ext uri="{BB962C8B-B14F-4D97-AF65-F5344CB8AC3E}">
        <p14:creationId xmlns:p14="http://schemas.microsoft.com/office/powerpoint/2010/main" val="67623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7D3E5B-4BED-B24C-9674-6B6454D045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7358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13</a:t>
            </a:fld>
            <a:endParaRPr lang="en-US" dirty="0"/>
          </a:p>
        </p:txBody>
      </p:sp>
    </p:spTree>
    <p:extLst>
      <p:ext uri="{BB962C8B-B14F-4D97-AF65-F5344CB8AC3E}">
        <p14:creationId xmlns:p14="http://schemas.microsoft.com/office/powerpoint/2010/main" val="23182809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1EBC0340-3AAE-A39F-0BAF-0E7430611152}"/>
              </a:ext>
            </a:extLst>
          </p:cNvPr>
          <p:cNvSpPr/>
          <p:nvPr userDrawn="1"/>
        </p:nvSpPr>
        <p:spPr>
          <a:xfrm>
            <a:off x="3127386" y="1976768"/>
            <a:ext cx="6929120" cy="4877511"/>
          </a:xfrm>
          <a:custGeom>
            <a:avLst/>
            <a:gdLst>
              <a:gd name="connsiteX0" fmla="*/ 3464560 w 6929120"/>
              <a:gd name="connsiteY0" fmla="*/ 0 h 4877511"/>
              <a:gd name="connsiteX1" fmla="*/ 6929120 w 6929120"/>
              <a:gd name="connsiteY1" fmla="*/ 3464560 h 4877511"/>
              <a:gd name="connsiteX2" fmla="*/ 6656858 w 6929120"/>
              <a:gd name="connsiteY2" fmla="*/ 4813124 h 4877511"/>
              <a:gd name="connsiteX3" fmla="*/ 6625841 w 6929120"/>
              <a:gd name="connsiteY3" fmla="*/ 4877511 h 4877511"/>
              <a:gd name="connsiteX4" fmla="*/ 303280 w 6929120"/>
              <a:gd name="connsiteY4" fmla="*/ 4877511 h 4877511"/>
              <a:gd name="connsiteX5" fmla="*/ 272263 w 6929120"/>
              <a:gd name="connsiteY5" fmla="*/ 4813124 h 4877511"/>
              <a:gd name="connsiteX6" fmla="*/ 0 w 6929120"/>
              <a:gd name="connsiteY6" fmla="*/ 3464560 h 4877511"/>
              <a:gd name="connsiteX7" fmla="*/ 3464560 w 6929120"/>
              <a:gd name="connsiteY7" fmla="*/ 0 h 487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9120" h="4877511">
                <a:moveTo>
                  <a:pt x="3464560" y="0"/>
                </a:moveTo>
                <a:cubicBezTo>
                  <a:pt x="5377984" y="0"/>
                  <a:pt x="6929120" y="1551136"/>
                  <a:pt x="6929120" y="3464560"/>
                </a:cubicBezTo>
                <a:cubicBezTo>
                  <a:pt x="6929120" y="3942916"/>
                  <a:pt x="6832174" y="4398629"/>
                  <a:pt x="6656858" y="4813124"/>
                </a:cubicBezTo>
                <a:lnTo>
                  <a:pt x="6625841" y="4877511"/>
                </a:lnTo>
                <a:lnTo>
                  <a:pt x="303280" y="4877511"/>
                </a:lnTo>
                <a:lnTo>
                  <a:pt x="272263" y="4813124"/>
                </a:lnTo>
                <a:cubicBezTo>
                  <a:pt x="96946" y="4398629"/>
                  <a:pt x="0" y="3942916"/>
                  <a:pt x="0" y="3464560"/>
                </a:cubicBezTo>
                <a:cubicBezTo>
                  <a:pt x="0" y="1551136"/>
                  <a:pt x="1551136" y="0"/>
                  <a:pt x="346456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0" name="Picture 9" descr="Gap between two buildings against the blue sky">
            <a:extLst>
              <a:ext uri="{FF2B5EF4-FFF2-40B4-BE49-F238E27FC236}">
                <a16:creationId xmlns:a16="http://schemas.microsoft.com/office/drawing/2014/main" id="{C40F96A3-9DAF-4D22-64AD-CEC023D28D9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0546"/>
                    </a14:imgEffect>
                    <a14:imgEffect>
                      <a14:saturation sat="0"/>
                    </a14:imgEffect>
                    <a14:imgEffect>
                      <a14:brightnessContrast bright="-34000" contrast="60000"/>
                    </a14:imgEffect>
                  </a14:imgLayer>
                </a14:imgProps>
              </a:ext>
              <a:ext uri="{28A0092B-C50C-407E-A947-70E740481C1C}">
                <a14:useLocalDpi xmlns:a14="http://schemas.microsoft.com/office/drawing/2010/main"/>
              </a:ext>
            </a:extLst>
          </a:blip>
          <a:srcRect t="2550" b="8386"/>
          <a:stretch/>
        </p:blipFill>
        <p:spPr>
          <a:xfrm>
            <a:off x="760411" y="0"/>
            <a:ext cx="11431589" cy="6858000"/>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816767" y="1399032"/>
            <a:ext cx="6757416" cy="3427502"/>
          </a:xfrm>
        </p:spPr>
        <p:txBody>
          <a:bodyPr lIns="0" tIns="0" rIns="0" bIns="0" anchor="t">
            <a:noAutofit/>
          </a:bodyPr>
          <a:lstStyle>
            <a:lvl1pPr algn="l">
              <a:defRPr sz="4500" cap="all" baseline="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816768" y="417444"/>
            <a:ext cx="7414940" cy="883258"/>
          </a:xfrm>
        </p:spPr>
        <p:txBody>
          <a:bodyPr lIns="0" tIns="0" rIns="0" bIns="182880" anchor="b">
            <a:noAutofit/>
          </a:bodyPr>
          <a:lstStyle>
            <a:lvl1pPr marL="0" indent="0" algn="l">
              <a:lnSpc>
                <a:spcPct val="100000"/>
              </a:lnSpc>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6696221" y="640080"/>
            <a:ext cx="5029200" cy="2157984"/>
          </a:xfrm>
        </p:spPr>
        <p:txBody>
          <a:bodyPr lIns="0" tIns="0" rIns="0" bIns="0" anchor="b">
            <a:noAutofit/>
          </a:bodyPr>
          <a:lstStyle>
            <a:lvl1pPr>
              <a:defRPr sz="3200" cap="all" baseline="0"/>
            </a:lvl1pPr>
          </a:lstStyle>
          <a:p>
            <a:r>
              <a:rPr lang="en-US" dirty="0"/>
              <a:t>CLICK TO EDIT MASTER TITLE STYLE</a:t>
            </a:r>
          </a:p>
        </p:txBody>
      </p:sp>
      <p:sp>
        <p:nvSpPr>
          <p:cNvPr id="5" name="Picture Placeholder 4">
            <a:extLst>
              <a:ext uri="{FF2B5EF4-FFF2-40B4-BE49-F238E27FC236}">
                <a16:creationId xmlns:a16="http://schemas.microsoft.com/office/drawing/2014/main" id="{346650F3-FE62-E3A1-C1F7-6A7E767D0045}"/>
              </a:ext>
            </a:extLst>
          </p:cNvPr>
          <p:cNvSpPr>
            <a:spLocks noGrp="1"/>
          </p:cNvSpPr>
          <p:nvPr>
            <p:ph type="pic" sz="quarter" idx="10"/>
          </p:nvPr>
        </p:nvSpPr>
        <p:spPr>
          <a:xfrm>
            <a:off x="1395412" y="653461"/>
            <a:ext cx="4597556" cy="5549900"/>
          </a:xfrm>
        </p:spPr>
        <p:txBody>
          <a:bodyPr/>
          <a:lstStyle/>
          <a:p>
            <a:r>
              <a:rPr lang="en-US"/>
              <a:t>Click icon to add picture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696221" y="3127248"/>
            <a:ext cx="4834517" cy="3108960"/>
          </a:xfrm>
        </p:spPr>
        <p:txBody>
          <a:bodyPr lIns="0" tIns="0" rIns="0" bIns="0">
            <a:noAutofit/>
          </a:bodyPr>
          <a:lstStyle>
            <a:lvl1pPr marL="0" indent="0">
              <a:lnSpc>
                <a:spcPct val="120000"/>
              </a:lnSpc>
              <a:spcBef>
                <a:spcPts val="0"/>
              </a:spcBef>
              <a:spcAft>
                <a:spcPts val="1200"/>
              </a:spcAft>
              <a:buNone/>
              <a:defRPr sz="18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4" name="Rectangle 3">
            <a:extLst>
              <a:ext uri="{FF2B5EF4-FFF2-40B4-BE49-F238E27FC236}">
                <a16:creationId xmlns:a16="http://schemas.microsoft.com/office/drawing/2014/main" id="{6D80952A-DC24-8DFB-F8E3-1AAC5A9D5F6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1">
            <a:extLst>
              <a:ext uri="{FF2B5EF4-FFF2-40B4-BE49-F238E27FC236}">
                <a16:creationId xmlns:a16="http://schemas.microsoft.com/office/drawing/2014/main" id="{21A89689-0612-8B49-DF4A-1864B8558C5C}"/>
              </a:ext>
            </a:extLst>
          </p:cNvPr>
          <p:cNvSpPr>
            <a:spLocks noGrp="1"/>
          </p:cNvSpPr>
          <p:nvPr>
            <p:ph type="ftr" sz="quarter" idx="12"/>
          </p:nvPr>
        </p:nvSpPr>
        <p:spPr>
          <a:xfrm rot="16200000">
            <a:off x="8854442" y="2953511"/>
            <a:ext cx="6291068" cy="384048"/>
          </a:xfrm>
        </p:spPr>
        <p:txBody>
          <a:bodyPr/>
          <a:lstStyle/>
          <a:p>
            <a:r>
              <a:rPr lang="en-US" dirty="0"/>
              <a:t>Presentation Title</a:t>
            </a:r>
          </a:p>
        </p:txBody>
      </p:sp>
      <p:sp>
        <p:nvSpPr>
          <p:cNvPr id="13" name="Slide Number Placeholder 4">
            <a:extLst>
              <a:ext uri="{FF2B5EF4-FFF2-40B4-BE49-F238E27FC236}">
                <a16:creationId xmlns:a16="http://schemas.microsoft.com/office/drawing/2014/main" id="{2FE54DA2-6D33-7833-E646-95347EF8B9AD}"/>
              </a:ext>
            </a:extLst>
          </p:cNvPr>
          <p:cNvSpPr>
            <a:spLocks noGrp="1"/>
          </p:cNvSpPr>
          <p:nvPr>
            <p:ph type="sldNum" sz="quarter" idx="13"/>
          </p:nvPr>
        </p:nvSpPr>
        <p:spPr>
          <a:xfrm rot="16200000">
            <a:off x="11716512" y="6382510"/>
            <a:ext cx="566928" cy="384048"/>
          </a:xfrm>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2003179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DE39F4-E652-D021-FAC3-9A057954548D}"/>
              </a:ext>
            </a:extLst>
          </p:cNvPr>
          <p:cNvSpPr/>
          <p:nvPr userDrawn="1"/>
        </p:nvSpPr>
        <p:spPr>
          <a:xfrm>
            <a:off x="0" y="0"/>
            <a:ext cx="4553712" cy="2432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2" name="Title 21">
            <a:extLst>
              <a:ext uri="{FF2B5EF4-FFF2-40B4-BE49-F238E27FC236}">
                <a16:creationId xmlns:a16="http://schemas.microsoft.com/office/drawing/2014/main" id="{993F1580-C478-6F3E-90EC-651483EF7BEF}"/>
              </a:ext>
            </a:extLst>
          </p:cNvPr>
          <p:cNvSpPr>
            <a:spLocks noGrp="1"/>
          </p:cNvSpPr>
          <p:nvPr>
            <p:ph type="title" hasCustomPrompt="1"/>
          </p:nvPr>
        </p:nvSpPr>
        <p:spPr>
          <a:xfrm>
            <a:off x="6693408" y="640080"/>
            <a:ext cx="5093208" cy="2189223"/>
          </a:xfrm>
        </p:spPr>
        <p:txBody>
          <a:bodyPr lIns="0" tIns="0" rIns="0" bIns="0" anchor="b">
            <a:noAutofit/>
          </a:bodyPr>
          <a:lstStyle>
            <a:lvl1pPr>
              <a:defRPr sz="3200" baseline="0">
                <a:solidFill>
                  <a:schemeClr val="tx1"/>
                </a:solidFill>
              </a:defRPr>
            </a:lvl1pPr>
          </a:lstStyle>
          <a:p>
            <a:r>
              <a:rPr lang="en-US" dirty="0"/>
              <a:t>CLICK TO EDIT MASTER TITLE STYLE</a:t>
            </a:r>
          </a:p>
        </p:txBody>
      </p:sp>
      <p:sp>
        <p:nvSpPr>
          <p:cNvPr id="6" name="Picture Placeholder 5">
            <a:extLst>
              <a:ext uri="{FF2B5EF4-FFF2-40B4-BE49-F238E27FC236}">
                <a16:creationId xmlns:a16="http://schemas.microsoft.com/office/drawing/2014/main" id="{5FBA0098-0696-799B-78DA-DBE833190D57}"/>
              </a:ext>
            </a:extLst>
          </p:cNvPr>
          <p:cNvSpPr>
            <a:spLocks noGrp="1"/>
          </p:cNvSpPr>
          <p:nvPr>
            <p:ph type="pic" sz="quarter" idx="11"/>
          </p:nvPr>
        </p:nvSpPr>
        <p:spPr>
          <a:xfrm>
            <a:off x="832104" y="640080"/>
            <a:ext cx="4727448" cy="5559552"/>
          </a:xfrm>
          <a:custGeom>
            <a:avLst/>
            <a:gdLst>
              <a:gd name="connsiteX0" fmla="*/ 0 w 4727448"/>
              <a:gd name="connsiteY0" fmla="*/ 0 h 5559552"/>
              <a:gd name="connsiteX1" fmla="*/ 4727448 w 4727448"/>
              <a:gd name="connsiteY1" fmla="*/ 0 h 5559552"/>
              <a:gd name="connsiteX2" fmla="*/ 4727448 w 4727448"/>
              <a:gd name="connsiteY2" fmla="*/ 2500529 h 5559552"/>
              <a:gd name="connsiteX3" fmla="*/ 4596278 w 4727448"/>
              <a:gd name="connsiteY3" fmla="*/ 2513752 h 5559552"/>
              <a:gd name="connsiteX4" fmla="*/ 4071308 w 4727448"/>
              <a:gd name="connsiteY4" fmla="*/ 3157867 h 5559552"/>
              <a:gd name="connsiteX5" fmla="*/ 4596278 w 4727448"/>
              <a:gd name="connsiteY5" fmla="*/ 3801983 h 5559552"/>
              <a:gd name="connsiteX6" fmla="*/ 4727448 w 4727448"/>
              <a:gd name="connsiteY6" fmla="*/ 3815206 h 5559552"/>
              <a:gd name="connsiteX7" fmla="*/ 4727448 w 4727448"/>
              <a:gd name="connsiteY7" fmla="*/ 5559552 h 5559552"/>
              <a:gd name="connsiteX8" fmla="*/ 0 w 4727448"/>
              <a:gd name="connsiteY8" fmla="*/ 5559552 h 555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7448" h="5559552">
                <a:moveTo>
                  <a:pt x="0" y="0"/>
                </a:moveTo>
                <a:lnTo>
                  <a:pt x="4727448" y="0"/>
                </a:lnTo>
                <a:lnTo>
                  <a:pt x="4727448" y="2500529"/>
                </a:lnTo>
                <a:lnTo>
                  <a:pt x="4596278" y="2513752"/>
                </a:lnTo>
                <a:cubicBezTo>
                  <a:pt x="4296678" y="2575059"/>
                  <a:pt x="4071308" y="2840144"/>
                  <a:pt x="4071308" y="3157867"/>
                </a:cubicBezTo>
                <a:cubicBezTo>
                  <a:pt x="4071308" y="3475590"/>
                  <a:pt x="4296678" y="3740676"/>
                  <a:pt x="4596278" y="3801983"/>
                </a:cubicBezTo>
                <a:lnTo>
                  <a:pt x="4727448" y="3815206"/>
                </a:lnTo>
                <a:lnTo>
                  <a:pt x="4727448" y="5559552"/>
                </a:lnTo>
                <a:lnTo>
                  <a:pt x="0" y="5559552"/>
                </a:lnTo>
                <a:close/>
              </a:path>
            </a:pathLst>
          </a:custGeom>
          <a:solidFill>
            <a:schemeClr val="accent1">
              <a:lumMod val="20000"/>
              <a:lumOff val="80000"/>
            </a:schemeClr>
          </a:solidFill>
        </p:spPr>
        <p:txBody>
          <a:bodyPr wrap="square" anchor="ctr">
            <a:noAutofit/>
          </a:bodyPr>
          <a:lstStyle>
            <a:lvl1pPr algn="ctr">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93408" y="3145536"/>
            <a:ext cx="4306824" cy="2313432"/>
          </a:xfrm>
        </p:spPr>
        <p:txBody>
          <a:bodyPr lIns="0" tIns="0" rIns="0" bIns="0">
            <a:noAutofit/>
          </a:bodyPr>
          <a:lstStyle>
            <a:lvl1pPr marL="0" indent="0">
              <a:lnSpc>
                <a:spcPct val="120000"/>
              </a:lnSpc>
              <a:spcBef>
                <a:spcPts val="0"/>
              </a:spcBef>
              <a:spcAft>
                <a:spcPts val="120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Oval 6">
            <a:extLst>
              <a:ext uri="{FF2B5EF4-FFF2-40B4-BE49-F238E27FC236}">
                <a16:creationId xmlns:a16="http://schemas.microsoft.com/office/drawing/2014/main" id="{9AF214F5-1EBC-DA96-F275-05A0133562D0}"/>
              </a:ext>
            </a:extLst>
          </p:cNvPr>
          <p:cNvSpPr/>
          <p:nvPr userDrawn="1"/>
        </p:nvSpPr>
        <p:spPr>
          <a:xfrm>
            <a:off x="4903412" y="3140474"/>
            <a:ext cx="1314946" cy="1314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image">
    <p:spTree>
      <p:nvGrpSpPr>
        <p:cNvPr id="1" name=""/>
        <p:cNvGrpSpPr/>
        <p:nvPr/>
      </p:nvGrpSpPr>
      <p:grpSpPr>
        <a:xfrm>
          <a:off x="0" y="0"/>
          <a:ext cx="0" cy="0"/>
          <a:chOff x="0" y="0"/>
          <a:chExt cx="0" cy="0"/>
        </a:xfrm>
      </p:grpSpPr>
      <p:sp>
        <p:nvSpPr>
          <p:cNvPr id="5" name="Title 21">
            <a:extLst>
              <a:ext uri="{FF2B5EF4-FFF2-40B4-BE49-F238E27FC236}">
                <a16:creationId xmlns:a16="http://schemas.microsoft.com/office/drawing/2014/main" id="{592F592C-CC3F-8FC0-DAF8-24019474CAB1}"/>
              </a:ext>
            </a:extLst>
          </p:cNvPr>
          <p:cNvSpPr>
            <a:spLocks noGrp="1"/>
          </p:cNvSpPr>
          <p:nvPr>
            <p:ph type="title" hasCustomPrompt="1"/>
          </p:nvPr>
        </p:nvSpPr>
        <p:spPr>
          <a:xfrm>
            <a:off x="847383" y="1106424"/>
            <a:ext cx="6839712" cy="1746504"/>
          </a:xfrm>
        </p:spPr>
        <p:txBody>
          <a:bodyPr lIns="0" tIns="0" rIns="0" bIns="0" anchor="b">
            <a:noAutofit/>
          </a:bodyPr>
          <a:lstStyle>
            <a:lvl1pPr>
              <a:defRPr sz="3200" baseline="0">
                <a:latin typeface="+mj-lt"/>
              </a:defRPr>
            </a:lvl1pPr>
          </a:lstStyle>
          <a:p>
            <a:r>
              <a:rPr lang="en-US" dirty="0"/>
              <a:t>CLICK TO EDIT MASTER TITLE</a:t>
            </a:r>
          </a:p>
        </p:txBody>
      </p:sp>
      <p:sp>
        <p:nvSpPr>
          <p:cNvPr id="13" name="Text Placeholder 2">
            <a:extLst>
              <a:ext uri="{FF2B5EF4-FFF2-40B4-BE49-F238E27FC236}">
                <a16:creationId xmlns:a16="http://schemas.microsoft.com/office/drawing/2014/main" id="{ED5AF112-F5BD-9AA8-0E64-A6972333DDB1}"/>
              </a:ext>
            </a:extLst>
          </p:cNvPr>
          <p:cNvSpPr>
            <a:spLocks noGrp="1"/>
          </p:cNvSpPr>
          <p:nvPr>
            <p:ph type="body" idx="1"/>
          </p:nvPr>
        </p:nvSpPr>
        <p:spPr>
          <a:xfrm>
            <a:off x="850392" y="3236976"/>
            <a:ext cx="5248656" cy="2660904"/>
          </a:xfrm>
        </p:spPr>
        <p:txBody>
          <a:bodyPr lIns="0" tIns="0" rIns="0" bIns="0">
            <a:noAutofit/>
          </a:bodyPr>
          <a:lstStyle>
            <a:lvl1pPr marL="0" indent="0">
              <a:lnSpc>
                <a:spcPct val="120000"/>
              </a:lnSpc>
              <a:spcBef>
                <a:spcPts val="0"/>
              </a:spcBef>
              <a:spcAft>
                <a:spcPts val="1200"/>
              </a:spcAft>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Picture Placeholder 8">
            <a:extLst>
              <a:ext uri="{FF2B5EF4-FFF2-40B4-BE49-F238E27FC236}">
                <a16:creationId xmlns:a16="http://schemas.microsoft.com/office/drawing/2014/main" id="{DD9A5508-A146-4C36-FF14-5B78325C526D}"/>
              </a:ext>
            </a:extLst>
          </p:cNvPr>
          <p:cNvSpPr>
            <a:spLocks noGrp="1"/>
          </p:cNvSpPr>
          <p:nvPr>
            <p:ph type="pic" sz="quarter" idx="12"/>
          </p:nvPr>
        </p:nvSpPr>
        <p:spPr>
          <a:xfrm>
            <a:off x="7680960" y="804672"/>
            <a:ext cx="3475649" cy="5248656"/>
          </a:xfrm>
          <a:solidFill>
            <a:schemeClr val="accent1">
              <a:lumMod val="20000"/>
              <a:lumOff val="80000"/>
            </a:schemeClr>
          </a:solidFill>
        </p:spPr>
        <p:txBody>
          <a:bodyPr anchor="ctr"/>
          <a:lstStyle>
            <a:lvl1pPr algn="ctr">
              <a:defRPr/>
            </a:lvl1pPr>
          </a:lstStyle>
          <a:p>
            <a:r>
              <a:rPr lang="en-US"/>
              <a:t>Click icon to add picture</a:t>
            </a:r>
            <a:endParaRPr lang="en-US" dirty="0"/>
          </a:p>
        </p:txBody>
      </p:sp>
      <p:sp>
        <p:nvSpPr>
          <p:cNvPr id="3" name="Footer Placeholder 2">
            <a:extLst>
              <a:ext uri="{FF2B5EF4-FFF2-40B4-BE49-F238E27FC236}">
                <a16:creationId xmlns:a16="http://schemas.microsoft.com/office/drawing/2014/main" id="{8DE7E217-DB17-AA1B-8753-DBFDF42AB32F}"/>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CD6FA3F1-16D7-20B8-B929-59317A576C99}"/>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830579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subtitle">
    <p:spTree>
      <p:nvGrpSpPr>
        <p:cNvPr id="1" name=""/>
        <p:cNvGrpSpPr/>
        <p:nvPr/>
      </p:nvGrpSpPr>
      <p:grpSpPr>
        <a:xfrm>
          <a:off x="0" y="0"/>
          <a:ext cx="0" cy="0"/>
          <a:chOff x="0" y="0"/>
          <a:chExt cx="0" cy="0"/>
        </a:xfrm>
      </p:grpSpPr>
      <p:pic>
        <p:nvPicPr>
          <p:cNvPr id="37" name="Picture 36" descr="A picture containing accessory&#10;&#10;Description automatically generated">
            <a:extLst>
              <a:ext uri="{FF2B5EF4-FFF2-40B4-BE49-F238E27FC236}">
                <a16:creationId xmlns:a16="http://schemas.microsoft.com/office/drawing/2014/main" id="{C36ADBF6-BB82-4096-70C0-7517A47A412F}"/>
              </a:ext>
            </a:extLst>
          </p:cNvPr>
          <p:cNvPicPr>
            <a:picLocks noChangeAspect="1"/>
          </p:cNvPicPr>
          <p:nvPr userDrawn="1"/>
        </p:nvPicPr>
        <p:blipFill>
          <a:blip r:embed="rId2" cstate="print">
            <a:grayscl/>
            <a:extLst>
              <a:ext uri="{BEBA8EAE-BF5A-486C-A8C5-ECC9F3942E4B}">
                <a14:imgProps xmlns:a14="http://schemas.microsoft.com/office/drawing/2010/main">
                  <a14:imgLayer r:embed="rId3">
                    <a14:imgEffect>
                      <a14:colorTemperature colorTemp="4700"/>
                    </a14:imgEffect>
                    <a14:imgEffect>
                      <a14:saturation sat="33000"/>
                    </a14:imgEffect>
                    <a14:imgEffect>
                      <a14:brightnessContrast contrast="40000"/>
                    </a14:imgEffect>
                  </a14:imgLayer>
                </a14:imgProps>
              </a:ext>
              <a:ext uri="{28A0092B-C50C-407E-A947-70E740481C1C}">
                <a14:useLocalDpi xmlns:a14="http://schemas.microsoft.com/office/drawing/2010/main"/>
              </a:ext>
            </a:extLst>
          </a:blip>
          <a:srcRect r="21975" b="1533"/>
          <a:stretch>
            <a:fillRect/>
          </a:stretch>
        </p:blipFill>
        <p:spPr>
          <a:xfrm rot="8325578">
            <a:off x="-1775001" y="-1607470"/>
            <a:ext cx="10567962" cy="8905077"/>
          </a:xfrm>
          <a:custGeom>
            <a:avLst/>
            <a:gdLst>
              <a:gd name="connsiteX0" fmla="*/ 6047036 w 10567962"/>
              <a:gd name="connsiteY0" fmla="*/ 8905077 h 8905077"/>
              <a:gd name="connsiteX1" fmla="*/ 0 w 10567962"/>
              <a:gd name="connsiteY1" fmla="*/ 3603767 h 8905077"/>
              <a:gd name="connsiteX2" fmla="*/ 0 w 10567962"/>
              <a:gd name="connsiteY2" fmla="*/ 0 h 8905077"/>
              <a:gd name="connsiteX3" fmla="*/ 6292508 w 10567962"/>
              <a:gd name="connsiteY3" fmla="*/ 0 h 8905077"/>
              <a:gd name="connsiteX4" fmla="*/ 10567962 w 10567962"/>
              <a:gd name="connsiteY4" fmla="*/ 3748201 h 890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7962" h="8905077">
                <a:moveTo>
                  <a:pt x="6047036" y="8905077"/>
                </a:moveTo>
                <a:lnTo>
                  <a:pt x="0" y="3603767"/>
                </a:lnTo>
                <a:lnTo>
                  <a:pt x="0" y="0"/>
                </a:lnTo>
                <a:lnTo>
                  <a:pt x="6292508" y="0"/>
                </a:lnTo>
                <a:lnTo>
                  <a:pt x="10567962" y="3748201"/>
                </a:lnTo>
                <a:close/>
              </a:path>
            </a:pathLst>
          </a:custGeom>
        </p:spPr>
      </p:pic>
      <p:sp>
        <p:nvSpPr>
          <p:cNvPr id="14" name="Freeform 13">
            <a:extLst>
              <a:ext uri="{FF2B5EF4-FFF2-40B4-BE49-F238E27FC236}">
                <a16:creationId xmlns:a16="http://schemas.microsoft.com/office/drawing/2014/main" id="{FA127B08-9EC5-3FDF-B7CC-DF3587255E18}"/>
              </a:ext>
            </a:extLst>
          </p:cNvPr>
          <p:cNvSpPr/>
          <p:nvPr userDrawn="1"/>
        </p:nvSpPr>
        <p:spPr>
          <a:xfrm>
            <a:off x="925160" y="4144752"/>
            <a:ext cx="4788322" cy="2713249"/>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10" name="Title 1">
            <a:extLst>
              <a:ext uri="{FF2B5EF4-FFF2-40B4-BE49-F238E27FC236}">
                <a16:creationId xmlns:a16="http://schemas.microsoft.com/office/drawing/2014/main" id="{0651D38D-DD64-4914-C669-30AA47A5AF3A}"/>
              </a:ext>
            </a:extLst>
          </p:cNvPr>
          <p:cNvSpPr>
            <a:spLocks noGrp="1"/>
          </p:cNvSpPr>
          <p:nvPr>
            <p:ph type="title" hasCustomPrompt="1"/>
          </p:nvPr>
        </p:nvSpPr>
        <p:spPr>
          <a:xfrm>
            <a:off x="6693408" y="1325880"/>
            <a:ext cx="5093208" cy="2816352"/>
          </a:xfrm>
        </p:spPr>
        <p:txBody>
          <a:bodyPr lIns="0" tIns="0" rIns="0" bIns="0" anchor="b">
            <a:noAutofit/>
          </a:bodyPr>
          <a:lstStyle>
            <a:lvl1pPr>
              <a:defRPr sz="3200" cap="all" baseline="0"/>
            </a:lvl1pPr>
          </a:lstStyle>
          <a:p>
            <a:r>
              <a:rPr lang="en-US" dirty="0"/>
              <a:t>CLICK TO EDIT MASTER TITLE STYLE</a:t>
            </a:r>
          </a:p>
        </p:txBody>
      </p:sp>
      <p:sp>
        <p:nvSpPr>
          <p:cNvPr id="12" name="Subtitle 2">
            <a:extLst>
              <a:ext uri="{FF2B5EF4-FFF2-40B4-BE49-F238E27FC236}">
                <a16:creationId xmlns:a16="http://schemas.microsoft.com/office/drawing/2014/main" id="{5A8DA7F4-A65E-7F16-9966-719CC1CE28D2}"/>
              </a:ext>
            </a:extLst>
          </p:cNvPr>
          <p:cNvSpPr>
            <a:spLocks noGrp="1"/>
          </p:cNvSpPr>
          <p:nvPr>
            <p:ph type="subTitle" idx="1"/>
          </p:nvPr>
        </p:nvSpPr>
        <p:spPr>
          <a:xfrm>
            <a:off x="6693408" y="4462272"/>
            <a:ext cx="3995928" cy="1956816"/>
          </a:xfrm>
        </p:spPr>
        <p:txBody>
          <a:bodyPr lIns="0" tIns="0" rIns="0" bIns="0">
            <a:noAutofit/>
          </a:bodyPr>
          <a:lstStyle>
            <a:lvl1pPr marL="0" indent="0" algn="l">
              <a:lnSpc>
                <a:spcPct val="120000"/>
              </a:lnSpc>
              <a:spcBef>
                <a:spcPts val="0"/>
              </a:spcBef>
              <a:spcAft>
                <a:spcPts val="1200"/>
              </a:spcAft>
              <a:buNone/>
              <a:defRPr sz="1800" cap="none" spc="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Rectangle 1">
            <a:extLst>
              <a:ext uri="{FF2B5EF4-FFF2-40B4-BE49-F238E27FC236}">
                <a16:creationId xmlns:a16="http://schemas.microsoft.com/office/drawing/2014/main" id="{7FD6A538-39F8-D45E-F4C1-38779C640BB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77806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14" name="Freeform 10">
            <a:extLst>
              <a:ext uri="{FF2B5EF4-FFF2-40B4-BE49-F238E27FC236}">
                <a16:creationId xmlns:a16="http://schemas.microsoft.com/office/drawing/2014/main" id="{AB86DE8E-78DF-CA66-5AED-C7FF0CCF03CD}"/>
              </a:ext>
              <a:ext uri="{C183D7F6-B498-43B3-948B-1728B52AA6E4}">
                <adec:decorative xmlns:adec="http://schemas.microsoft.com/office/drawing/2017/decorative" val="1"/>
              </a:ext>
            </a:extLst>
          </p:cNvPr>
          <p:cNvSpPr/>
          <p:nvPr userDrawn="1"/>
        </p:nvSpPr>
        <p:spPr>
          <a:xfrm>
            <a:off x="4410512" y="4010866"/>
            <a:ext cx="5056094" cy="2847135"/>
          </a:xfrm>
          <a:custGeom>
            <a:avLst/>
            <a:gdLst>
              <a:gd name="connsiteX0" fmla="*/ 2528047 w 5056094"/>
              <a:gd name="connsiteY0" fmla="*/ 0 h 2847135"/>
              <a:gd name="connsiteX1" fmla="*/ 5056094 w 5056094"/>
              <a:gd name="connsiteY1" fmla="*/ 2528047 h 2847135"/>
              <a:gd name="connsiteX2" fmla="*/ 5043042 w 5056094"/>
              <a:gd name="connsiteY2" fmla="*/ 2786525 h 2847135"/>
              <a:gd name="connsiteX3" fmla="*/ 5033792 w 5056094"/>
              <a:gd name="connsiteY3" fmla="*/ 2847135 h 2847135"/>
              <a:gd name="connsiteX4" fmla="*/ 22302 w 5056094"/>
              <a:gd name="connsiteY4" fmla="*/ 2847135 h 2847135"/>
              <a:gd name="connsiteX5" fmla="*/ 13052 w 5056094"/>
              <a:gd name="connsiteY5" fmla="*/ 2786525 h 2847135"/>
              <a:gd name="connsiteX6" fmla="*/ 0 w 5056094"/>
              <a:gd name="connsiteY6" fmla="*/ 2528047 h 2847135"/>
              <a:gd name="connsiteX7" fmla="*/ 2528047 w 5056094"/>
              <a:gd name="connsiteY7" fmla="*/ 0 h 284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56094" h="2847135">
                <a:moveTo>
                  <a:pt x="2528047" y="0"/>
                </a:moveTo>
                <a:cubicBezTo>
                  <a:pt x="3924249" y="0"/>
                  <a:pt x="5056094" y="1131845"/>
                  <a:pt x="5056094" y="2528047"/>
                </a:cubicBezTo>
                <a:cubicBezTo>
                  <a:pt x="5056094" y="2615310"/>
                  <a:pt x="5051673" y="2701540"/>
                  <a:pt x="5043042" y="2786525"/>
                </a:cubicBezTo>
                <a:lnTo>
                  <a:pt x="5033792" y="2847135"/>
                </a:lnTo>
                <a:lnTo>
                  <a:pt x="22302" y="2847135"/>
                </a:lnTo>
                <a:lnTo>
                  <a:pt x="13052" y="2786525"/>
                </a:lnTo>
                <a:cubicBezTo>
                  <a:pt x="4422" y="2701540"/>
                  <a:pt x="0" y="2615310"/>
                  <a:pt x="0" y="2528047"/>
                </a:cubicBezTo>
                <a:cubicBezTo>
                  <a:pt x="0" y="1131845"/>
                  <a:pt x="1131845" y="0"/>
                  <a:pt x="2528047" y="0"/>
                </a:cubicBezTo>
                <a:close/>
              </a:path>
            </a:pathLst>
          </a:custGeom>
          <a:solidFill>
            <a:schemeClr val="accent1">
              <a:alpha val="8969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5" name="Picture 14" descr="Modern house with cubic design">
            <a:extLst>
              <a:ext uri="{FF2B5EF4-FFF2-40B4-BE49-F238E27FC236}">
                <a16:creationId xmlns:a16="http://schemas.microsoft.com/office/drawing/2014/main" id="{FE966628-FEAF-3BD3-2DC4-23A466ABB935}"/>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12000" contrast="-17000"/>
                    </a14:imgEffect>
                  </a14:imgLayer>
                </a14:imgProps>
              </a:ext>
              <a:ext uri="{28A0092B-C50C-407E-A947-70E740481C1C}">
                <a14:useLocalDpi xmlns:a14="http://schemas.microsoft.com/office/drawing/2010/main"/>
              </a:ext>
            </a:extLst>
          </a:blip>
          <a:srcRect l="-406" r="17667" b="23487"/>
          <a:stretch/>
        </p:blipFill>
        <p:spPr>
          <a:xfrm>
            <a:off x="4124294" y="2125402"/>
            <a:ext cx="7678065" cy="4732598"/>
          </a:xfrm>
          <a:prstGeom prst="rect">
            <a:avLst/>
          </a:prstGeom>
        </p:spPr>
      </p:pic>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850392" y="420624"/>
            <a:ext cx="10954512" cy="1463040"/>
          </a:xfrm>
        </p:spPr>
        <p:txBody>
          <a:bodyPr lIns="0" tIns="0" rIns="0" bIns="0" anchor="b">
            <a:noAutofit/>
          </a:bodyPr>
          <a:lstStyle>
            <a:lvl1pPr>
              <a:lnSpc>
                <a:spcPct val="100000"/>
              </a:lnSpc>
              <a:defRPr sz="3200" b="0" i="0" spc="600" baseline="0">
                <a:latin typeface="+mj-lt"/>
              </a:defRPr>
            </a:lvl1pPr>
          </a:lstStyle>
          <a:p>
            <a:r>
              <a:rPr lang="en-US" dirty="0"/>
              <a:t>CLICK TO EDIT MASTER TITLE STYLE</a:t>
            </a:r>
          </a:p>
        </p:txBody>
      </p:sp>
      <p:sp>
        <p:nvSpPr>
          <p:cNvPr id="6" name="Text Placeholder 5">
            <a:extLst>
              <a:ext uri="{FF2B5EF4-FFF2-40B4-BE49-F238E27FC236}">
                <a16:creationId xmlns:a16="http://schemas.microsoft.com/office/drawing/2014/main" id="{1BD9CFE2-F1DE-34DA-A154-9AE903E5B7FC}"/>
              </a:ext>
            </a:extLst>
          </p:cNvPr>
          <p:cNvSpPr>
            <a:spLocks noGrp="1"/>
          </p:cNvSpPr>
          <p:nvPr>
            <p:ph type="body" sz="quarter" idx="12"/>
          </p:nvPr>
        </p:nvSpPr>
        <p:spPr>
          <a:xfrm>
            <a:off x="850899" y="2231136"/>
            <a:ext cx="4828032" cy="3566160"/>
          </a:xfrm>
        </p:spPr>
        <p:txBody>
          <a:bodyPr/>
          <a:lstStyle>
            <a:lvl1pPr marL="283464" indent="-283464">
              <a:lnSpc>
                <a:spcPct val="120000"/>
              </a:lnSpc>
              <a:spcBef>
                <a:spcPts val="0"/>
              </a:spcBef>
              <a:spcAft>
                <a:spcPts val="1200"/>
              </a:spcAft>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2C310569-B083-466A-F24B-8C44360B4EC2}"/>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75FB78C1-0CD8-FD34-E7BB-B8F6E296A443}"/>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1D5B031-92C7-C093-2551-D07457044EAC}"/>
              </a:ext>
            </a:extLst>
          </p:cNvPr>
          <p:cNvGrpSpPr/>
          <p:nvPr userDrawn="1"/>
        </p:nvGrpSpPr>
        <p:grpSpPr>
          <a:xfrm>
            <a:off x="-1" y="-2"/>
            <a:ext cx="12191610" cy="6858001"/>
            <a:chOff x="-1" y="-2"/>
            <a:chExt cx="12191610" cy="6858001"/>
          </a:xfrm>
        </p:grpSpPr>
        <p:pic>
          <p:nvPicPr>
            <p:cNvPr id="4" name="Picture Placeholder 14" descr="White modern architecture">
              <a:extLst>
                <a:ext uri="{FF2B5EF4-FFF2-40B4-BE49-F238E27FC236}">
                  <a16:creationId xmlns:a16="http://schemas.microsoft.com/office/drawing/2014/main" id="{21A49D77-8AEF-828A-03A8-2845B710DEEA}"/>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6155702" y="-2"/>
              <a:ext cx="6035907" cy="6858001"/>
            </a:xfrm>
            <a:prstGeom prst="rect">
              <a:avLst/>
            </a:prstGeom>
            <a:solidFill>
              <a:schemeClr val="accent1">
                <a:lumMod val="20000"/>
                <a:lumOff val="80000"/>
              </a:schemeClr>
            </a:solidFill>
          </p:spPr>
        </p:pic>
        <p:pic>
          <p:nvPicPr>
            <p:cNvPr id="5" name="Picture Placeholder 14" descr="White modern architecture">
              <a:extLst>
                <a:ext uri="{FF2B5EF4-FFF2-40B4-BE49-F238E27FC236}">
                  <a16:creationId xmlns:a16="http://schemas.microsoft.com/office/drawing/2014/main" id="{206EA98F-16E6-C607-6268-D08FD83B704F}"/>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1" y="-2"/>
              <a:ext cx="6035907" cy="6858001"/>
            </a:xfrm>
            <a:prstGeom prst="rect">
              <a:avLst/>
            </a:prstGeom>
            <a:solidFill>
              <a:schemeClr val="accent1">
                <a:lumMod val="20000"/>
                <a:lumOff val="80000"/>
              </a:schemeClr>
            </a:solidFill>
          </p:spPr>
        </p:pic>
      </p:grpSp>
      <p:sp>
        <p:nvSpPr>
          <p:cNvPr id="7" name="Title 6">
            <a:extLst>
              <a:ext uri="{FF2B5EF4-FFF2-40B4-BE49-F238E27FC236}">
                <a16:creationId xmlns:a16="http://schemas.microsoft.com/office/drawing/2014/main" id="{7E6947B8-AA10-E633-EF28-E1A80069E880}"/>
              </a:ext>
            </a:extLst>
          </p:cNvPr>
          <p:cNvSpPr>
            <a:spLocks noGrp="1"/>
          </p:cNvSpPr>
          <p:nvPr>
            <p:ph type="title" hasCustomPrompt="1"/>
          </p:nvPr>
        </p:nvSpPr>
        <p:spPr>
          <a:xfrm>
            <a:off x="2648932" y="0"/>
            <a:ext cx="6894136" cy="6894136"/>
          </a:xfrm>
          <a:custGeom>
            <a:avLst/>
            <a:gdLst>
              <a:gd name="connsiteX0" fmla="*/ 3447068 w 6894136"/>
              <a:gd name="connsiteY0" fmla="*/ 0 h 6894136"/>
              <a:gd name="connsiteX1" fmla="*/ 6894136 w 6894136"/>
              <a:gd name="connsiteY1" fmla="*/ 3447068 h 6894136"/>
              <a:gd name="connsiteX2" fmla="*/ 3447068 w 6894136"/>
              <a:gd name="connsiteY2" fmla="*/ 6894136 h 6894136"/>
              <a:gd name="connsiteX3" fmla="*/ 0 w 6894136"/>
              <a:gd name="connsiteY3" fmla="*/ 3447068 h 6894136"/>
              <a:gd name="connsiteX4" fmla="*/ 3447068 w 6894136"/>
              <a:gd name="connsiteY4" fmla="*/ 0 h 6894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4136" h="6894136">
                <a:moveTo>
                  <a:pt x="3447068" y="0"/>
                </a:moveTo>
                <a:cubicBezTo>
                  <a:pt x="5350831" y="0"/>
                  <a:pt x="6894136" y="1543305"/>
                  <a:pt x="6894136" y="3447068"/>
                </a:cubicBezTo>
                <a:cubicBezTo>
                  <a:pt x="6894136" y="5350831"/>
                  <a:pt x="5350831" y="6894136"/>
                  <a:pt x="3447068" y="6894136"/>
                </a:cubicBezTo>
                <a:cubicBezTo>
                  <a:pt x="1543305" y="6894136"/>
                  <a:pt x="0" y="5350831"/>
                  <a:pt x="0" y="3447068"/>
                </a:cubicBezTo>
                <a:cubicBezTo>
                  <a:pt x="0" y="1543305"/>
                  <a:pt x="1543305" y="0"/>
                  <a:pt x="3447068" y="0"/>
                </a:cubicBezTo>
                <a:close/>
              </a:path>
            </a:pathLst>
          </a:custGeom>
          <a:solidFill>
            <a:schemeClr val="accent1"/>
          </a:solidFill>
        </p:spPr>
        <p:txBody>
          <a:bodyPr wrap="square" lIns="0" tIns="0" rIns="0" bIns="0" anchor="ctr">
            <a:noAutofit/>
          </a:bodyPr>
          <a:lstStyle>
            <a:lvl1pPr algn="ctr">
              <a:defRPr sz="4500" cap="all" baseline="0"/>
            </a:lvl1pPr>
          </a:lstStyle>
          <a:p>
            <a:r>
              <a:rPr lang="en-US" dirty="0"/>
              <a:t>CLICK TO EDIT MASTER TITLE STYLE</a:t>
            </a:r>
          </a:p>
        </p:txBody>
      </p:sp>
    </p:spTree>
    <p:extLst>
      <p:ext uri="{BB962C8B-B14F-4D97-AF65-F5344CB8AC3E}">
        <p14:creationId xmlns:p14="http://schemas.microsoft.com/office/powerpoint/2010/main" val="1547736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hasCustomPrompt="1"/>
          </p:nvPr>
        </p:nvSpPr>
        <p:spPr>
          <a:xfrm>
            <a:off x="846879" y="868680"/>
            <a:ext cx="5248656" cy="2157984"/>
          </a:xfrm>
        </p:spPr>
        <p:txBody>
          <a:bodyPr lIns="0" tIns="0" rIns="0" bIns="0">
            <a:noAutofit/>
          </a:bodyPr>
          <a:lstStyle>
            <a:lvl1pPr>
              <a:defRPr sz="32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B075B629-22B4-B399-5D07-4652BF682138}"/>
              </a:ext>
            </a:extLst>
          </p:cNvPr>
          <p:cNvSpPr>
            <a:spLocks noGrp="1"/>
          </p:cNvSpPr>
          <p:nvPr>
            <p:ph type="pic" sz="quarter" idx="13"/>
          </p:nvPr>
        </p:nvSpPr>
        <p:spPr>
          <a:xfrm>
            <a:off x="0" y="3159126"/>
            <a:ext cx="4577463" cy="3698875"/>
          </a:xfrm>
          <a:custGeom>
            <a:avLst/>
            <a:gdLst>
              <a:gd name="connsiteX0" fmla="*/ 1934275 w 4577463"/>
              <a:gd name="connsiteY0" fmla="*/ 0 h 3698875"/>
              <a:gd name="connsiteX1" fmla="*/ 4577463 w 4577463"/>
              <a:gd name="connsiteY1" fmla="*/ 2643188 h 3698875"/>
              <a:gd name="connsiteX2" fmla="*/ 4369748 w 4577463"/>
              <a:gd name="connsiteY2" fmla="*/ 3672036 h 3698875"/>
              <a:gd name="connsiteX3" fmla="*/ 4356819 w 4577463"/>
              <a:gd name="connsiteY3" fmla="*/ 3698875 h 3698875"/>
              <a:gd name="connsiteX4" fmla="*/ 0 w 4577463"/>
              <a:gd name="connsiteY4" fmla="*/ 3698875 h 3698875"/>
              <a:gd name="connsiteX5" fmla="*/ 0 w 4577463"/>
              <a:gd name="connsiteY5" fmla="*/ 845097 h 3698875"/>
              <a:gd name="connsiteX6" fmla="*/ 87814 w 4577463"/>
              <a:gd name="connsiteY6" fmla="*/ 751885 h 3698875"/>
              <a:gd name="connsiteX7" fmla="*/ 1934275 w 4577463"/>
              <a:gd name="connsiteY7" fmla="*/ 0 h 369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7463" h="3698875">
                <a:moveTo>
                  <a:pt x="1934275" y="0"/>
                </a:moveTo>
                <a:cubicBezTo>
                  <a:pt x="3394067" y="0"/>
                  <a:pt x="4577463" y="1183396"/>
                  <a:pt x="4577463" y="2643188"/>
                </a:cubicBezTo>
                <a:cubicBezTo>
                  <a:pt x="4577463" y="3008136"/>
                  <a:pt x="4503501" y="3355810"/>
                  <a:pt x="4369748" y="3672036"/>
                </a:cubicBezTo>
                <a:lnTo>
                  <a:pt x="4356819" y="3698875"/>
                </a:lnTo>
                <a:lnTo>
                  <a:pt x="0" y="3698875"/>
                </a:lnTo>
                <a:lnTo>
                  <a:pt x="0" y="845097"/>
                </a:lnTo>
                <a:lnTo>
                  <a:pt x="87814" y="751885"/>
                </a:lnTo>
                <a:cubicBezTo>
                  <a:pt x="564249" y="286676"/>
                  <a:pt x="1215784" y="0"/>
                  <a:pt x="1934275" y="0"/>
                </a:cubicBezTo>
                <a:close/>
              </a:path>
            </a:pathLst>
          </a:custGeom>
        </p:spPr>
        <p:txBody>
          <a:bodyPr wrap="square">
            <a:noAutofit/>
          </a:bodyPr>
          <a:lstStyle>
            <a:lvl1pPr algn="ctr">
              <a:defRPr/>
            </a:lvl1pPr>
          </a:lstStyle>
          <a:p>
            <a:r>
              <a:rPr lang="en-US"/>
              <a:t>Click icon to add picture</a:t>
            </a:r>
            <a:endParaRPr lang="en-US" dirty="0"/>
          </a:p>
        </p:txBody>
      </p:sp>
      <p:sp>
        <p:nvSpPr>
          <p:cNvPr id="5" name="Content Placeholder 3">
            <a:extLst>
              <a:ext uri="{FF2B5EF4-FFF2-40B4-BE49-F238E27FC236}">
                <a16:creationId xmlns:a16="http://schemas.microsoft.com/office/drawing/2014/main" id="{C1B16EE8-89D3-7E4F-90BE-68EAAD85CBB7}"/>
              </a:ext>
            </a:extLst>
          </p:cNvPr>
          <p:cNvSpPr>
            <a:spLocks noGrp="1"/>
          </p:cNvSpPr>
          <p:nvPr>
            <p:ph sz="half" idx="12"/>
          </p:nvPr>
        </p:nvSpPr>
        <p:spPr>
          <a:xfrm>
            <a:off x="6729984" y="786384"/>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0">
              <a:lnSpc>
                <a:spcPct val="120000"/>
              </a:lnSpc>
              <a:spcBef>
                <a:spcPts val="0"/>
              </a:spcBef>
              <a:spcAft>
                <a:spcPts val="1200"/>
              </a:spcAft>
              <a:defRPr>
                <a:latin typeface="+mn-lt"/>
              </a:defRPr>
            </a:lvl2pPr>
            <a:lvl3pPr marL="283464" indent="-342900">
              <a:lnSpc>
                <a:spcPct val="120000"/>
              </a:lnSpc>
              <a:buFont typeface="Arial" panose="020B0604020202020204" pitchFamily="34" charset="0"/>
              <a:buChar char="•"/>
              <a:defRPr>
                <a:latin typeface="+mn-lt"/>
              </a:defRPr>
            </a:lvl3pPr>
            <a:lvl4pPr marL="548640" indent="-285750">
              <a:lnSpc>
                <a:spcPct val="120000"/>
              </a:lnSpc>
              <a:buFont typeface="Arial" panose="020B0604020202020204" pitchFamily="34" charset="0"/>
              <a:buChar char="•"/>
              <a:defRPr>
                <a:latin typeface="+mn-lt"/>
              </a:defRPr>
            </a:lvl4pPr>
            <a:lvl5pPr marL="822960" indent="-285750">
              <a:lnSpc>
                <a:spcPct val="120000"/>
              </a:lnSpc>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729984" y="3858768"/>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283464" indent="-283464">
              <a:lnSpc>
                <a:spcPct val="120000"/>
              </a:lnSpc>
              <a:spcBef>
                <a:spcPts val="0"/>
              </a:spcBef>
              <a:spcAft>
                <a:spcPts val="1200"/>
              </a:spcAft>
              <a:buFont typeface="Arial" panose="020B0604020202020204" pitchFamily="34" charset="0"/>
              <a:buChar cha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40231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10085832" cy="1426464"/>
          </a:xfrm>
        </p:spPr>
        <p:txBody>
          <a:bodyPr lIns="0" tIns="45720" rIns="91440" bIns="4572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850392" y="3950208"/>
            <a:ext cx="10085832" cy="2331720"/>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189482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3941064" cy="4270248"/>
          </a:xfrm>
        </p:spPr>
        <p:txBody>
          <a:bodyPr lIns="91440" tIns="45720" rIns="91440" bIns="45720">
            <a:noAutofit/>
          </a:bodyPr>
          <a:lstStyle>
            <a:lvl1pPr>
              <a:lnSpc>
                <a:spcPct val="120000"/>
              </a:lnSpc>
              <a:spcBef>
                <a:spcPts val="0"/>
              </a:spcBef>
              <a:spcAft>
                <a:spcPts val="600"/>
              </a:spcAft>
              <a:defRPr sz="1800" b="1" cap="all"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5614416" y="1837944"/>
            <a:ext cx="5358384" cy="4270248"/>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263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5987AE2-5803-BA29-C76B-C9FA864D3F00}"/>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168" y="1828800"/>
            <a:ext cx="10126362" cy="435133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B8540B3-3734-5A53-D7E0-D89871A3711C}"/>
              </a:ext>
            </a:extLst>
          </p:cNvPr>
          <p:cNvSpPr>
            <a:spLocks noGrp="1"/>
          </p:cNvSpPr>
          <p:nvPr>
            <p:ph type="title" hasCustomPrompt="1"/>
          </p:nvPr>
        </p:nvSpPr>
        <p:spPr>
          <a:xfrm>
            <a:off x="850392" y="182880"/>
            <a:ext cx="10085832" cy="1307592"/>
          </a:xfrm>
        </p:spPr>
        <p:txBody>
          <a:bodyPr anchor="b">
            <a:noAutofit/>
          </a:bodyPr>
          <a:lstStyle>
            <a:lvl1pPr algn="l">
              <a:defRPr sz="3200" baseline="0"/>
            </a:lvl1pPr>
          </a:lstStyle>
          <a:p>
            <a:r>
              <a:rPr lang="en-US" dirty="0"/>
              <a:t>CLICK TO EDIT MASTER TITLE</a:t>
            </a:r>
          </a:p>
        </p:txBody>
      </p:sp>
      <p:sp>
        <p:nvSpPr>
          <p:cNvPr id="5" name="Content Placeholder 3">
            <a:extLst>
              <a:ext uri="{FF2B5EF4-FFF2-40B4-BE49-F238E27FC236}">
                <a16:creationId xmlns:a16="http://schemas.microsoft.com/office/drawing/2014/main" id="{7E6B22B6-D5E7-7C52-B588-374568C8DD6C}"/>
              </a:ext>
            </a:extLst>
          </p:cNvPr>
          <p:cNvSpPr>
            <a:spLocks noGrp="1"/>
          </p:cNvSpPr>
          <p:nvPr>
            <p:ph sz="half" idx="2"/>
          </p:nvPr>
        </p:nvSpPr>
        <p:spPr>
          <a:xfrm>
            <a:off x="850392" y="1911096"/>
            <a:ext cx="4837176" cy="2898648"/>
          </a:xfrm>
        </p:spPr>
        <p:txBody>
          <a:bodyPr lIns="0" tIns="0" rIns="0" bIns="0">
            <a:noAutofit/>
          </a:bodyPr>
          <a:lstStyle>
            <a:lvl1pPr>
              <a:lnSpc>
                <a:spcPct val="120000"/>
              </a:lnSpc>
              <a:spcBef>
                <a:spcPts val="0"/>
              </a:spcBef>
              <a:spcAft>
                <a:spcPts val="1200"/>
              </a:spcAft>
              <a:defRPr sz="1800" cap="none"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BCDBC7A5-FE31-E809-7729-4AFA9CFD0DEB}"/>
              </a:ext>
            </a:extLst>
          </p:cNvPr>
          <p:cNvSpPr>
            <a:spLocks noGrp="1"/>
          </p:cNvSpPr>
          <p:nvPr>
            <p:ph sz="half" idx="36"/>
          </p:nvPr>
        </p:nvSpPr>
        <p:spPr>
          <a:xfrm>
            <a:off x="6812280" y="1911096"/>
            <a:ext cx="4453128" cy="1911096"/>
          </a:xfrm>
        </p:spPr>
        <p:txBody>
          <a:bodyPr lIns="0" tIns="0" rIns="0" bIns="0">
            <a:noAutofit/>
          </a:bodyPr>
          <a:lstStyle>
            <a:lvl1pPr marL="285750" indent="-285750">
              <a:lnSpc>
                <a:spcPct val="120000"/>
              </a:lnSpc>
              <a:spcBef>
                <a:spcPts val="0"/>
              </a:spcBef>
              <a:spcAft>
                <a:spcPts val="1200"/>
              </a:spcAft>
              <a:buFont typeface="Arial" panose="020B0604020202020204" pitchFamily="34" charset="0"/>
              <a:buChar char="•"/>
              <a:defRPr sz="1800" cap="none" baseline="0">
                <a:latin typeface="+mn-lt"/>
              </a:defRPr>
            </a:lvl1pPr>
            <a:lvl2pPr marL="548640" indent="-285750">
              <a:lnSpc>
                <a:spcPct val="120000"/>
              </a:lnSpc>
              <a:spcBef>
                <a:spcPts val="0"/>
              </a:spcBef>
              <a:spcAft>
                <a:spcPts val="600"/>
              </a:spcAft>
              <a:buFont typeface="Arial" panose="020B0604020202020204" pitchFamily="34" charset="0"/>
              <a:buChar char="•"/>
              <a:defRPr sz="1800">
                <a:latin typeface="+mn-lt"/>
              </a:defRPr>
            </a:lvl2pPr>
            <a:lvl3pPr marL="82296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18" name="Picture Placeholder 17">
            <a:extLst>
              <a:ext uri="{FF2B5EF4-FFF2-40B4-BE49-F238E27FC236}">
                <a16:creationId xmlns:a16="http://schemas.microsoft.com/office/drawing/2014/main" id="{C39E8D03-897F-C49F-D816-03B8BD63013D}"/>
              </a:ext>
            </a:extLst>
          </p:cNvPr>
          <p:cNvSpPr>
            <a:spLocks noGrp="1"/>
          </p:cNvSpPr>
          <p:nvPr>
            <p:ph type="pic" sz="quarter" idx="10"/>
          </p:nvPr>
        </p:nvSpPr>
        <p:spPr>
          <a:xfrm>
            <a:off x="6812280" y="4242816"/>
            <a:ext cx="4123944" cy="2615184"/>
          </a:xfrm>
          <a:solidFill>
            <a:schemeClr val="accent1">
              <a:lumMod val="20000"/>
              <a:lumOff val="80000"/>
            </a:schemeClr>
          </a:solidFill>
        </p:spPr>
        <p:txBody>
          <a:bodyPr anchor="ctr">
            <a:noAutofit/>
          </a:bodyPr>
          <a:lstStyle>
            <a:lvl1pPr algn="ctr">
              <a:defRPr/>
            </a:lvl1pPr>
          </a:lstStyle>
          <a:p>
            <a:r>
              <a:rPr lang="en-US"/>
              <a:t>Click icon to add picture</a:t>
            </a:r>
            <a:endParaRPr lang="en-US" dirty="0"/>
          </a:p>
        </p:txBody>
      </p:sp>
      <p:sp>
        <p:nvSpPr>
          <p:cNvPr id="2" name="Footer Placeholder 1">
            <a:extLst>
              <a:ext uri="{FF2B5EF4-FFF2-40B4-BE49-F238E27FC236}">
                <a16:creationId xmlns:a16="http://schemas.microsoft.com/office/drawing/2014/main" id="{5A615220-DA65-3A8D-609D-95B6D86B192A}"/>
              </a:ext>
            </a:extLst>
          </p:cNvPr>
          <p:cNvSpPr>
            <a:spLocks noGrp="1"/>
          </p:cNvSpPr>
          <p:nvPr>
            <p:ph type="ftr" sz="quarter" idx="34"/>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6AC2A57F-F2BF-F3B3-9D45-5DCD2608D80C}"/>
              </a:ext>
            </a:extLst>
          </p:cNvPr>
          <p:cNvSpPr>
            <a:spLocks noGrp="1"/>
          </p:cNvSpPr>
          <p:nvPr>
            <p:ph type="sldNum" sz="quarter" idx="35"/>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Picture 2" descr="Large walking intersection with one lone person">
            <a:extLst>
              <a:ext uri="{FF2B5EF4-FFF2-40B4-BE49-F238E27FC236}">
                <a16:creationId xmlns:a16="http://schemas.microsoft.com/office/drawing/2014/main" id="{09010683-ED2B-BF6C-90F9-AF09D38DB677}"/>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27000" contrast="5000"/>
                    </a14:imgEffect>
                  </a14:imgLayer>
                </a14:imgProps>
              </a:ext>
              <a:ext uri="{28A0092B-C50C-407E-A947-70E740481C1C}">
                <a14:useLocalDpi xmlns:a14="http://schemas.microsoft.com/office/drawing/2010/main"/>
              </a:ext>
            </a:extLst>
          </a:blip>
          <a:srcRect/>
          <a:stretch/>
        </p:blipFill>
        <p:spPr>
          <a:xfrm>
            <a:off x="0" y="1"/>
            <a:ext cx="11811000" cy="6858000"/>
          </a:xfrm>
          <a:prstGeom prst="rect">
            <a:avLst/>
          </a:prstGeom>
        </p:spPr>
      </p:pic>
      <p:sp>
        <p:nvSpPr>
          <p:cNvPr id="6" name="Freeform 12">
            <a:extLst>
              <a:ext uri="{FF2B5EF4-FFF2-40B4-BE49-F238E27FC236}">
                <a16:creationId xmlns:a16="http://schemas.microsoft.com/office/drawing/2014/main" id="{82C1C4E7-A67E-5E90-3669-D2982C30E4FC}"/>
              </a:ext>
            </a:extLst>
          </p:cNvPr>
          <p:cNvSpPr/>
          <p:nvPr userDrawn="1"/>
        </p:nvSpPr>
        <p:spPr>
          <a:xfrm>
            <a:off x="777819"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2" name="Title 1">
            <a:extLst>
              <a:ext uri="{FF2B5EF4-FFF2-40B4-BE49-F238E27FC236}">
                <a16:creationId xmlns:a16="http://schemas.microsoft.com/office/drawing/2014/main" id="{71A36714-0A6D-7D0D-3336-B8081C409BA0}"/>
              </a:ext>
            </a:extLst>
          </p:cNvPr>
          <p:cNvSpPr>
            <a:spLocks noGrp="1"/>
          </p:cNvSpPr>
          <p:nvPr>
            <p:ph type="title" hasCustomPrompt="1"/>
          </p:nvPr>
        </p:nvSpPr>
        <p:spPr>
          <a:xfrm>
            <a:off x="1907196" y="2188196"/>
            <a:ext cx="5985159" cy="1594507"/>
          </a:xfrm>
        </p:spPr>
        <p:txBody>
          <a:bodyPr lIns="0" tIns="0" rIns="0" bIns="0" anchor="b">
            <a:noAutofit/>
          </a:bodyPr>
          <a:lstStyle>
            <a:lvl1pPr>
              <a:defRPr sz="3200" b="1" i="0" baseline="0">
                <a:solidFill>
                  <a:schemeClr val="tx1"/>
                </a:solidFill>
                <a:latin typeface="+mj-lt"/>
                <a:cs typeface="Arial Black" panose="020B0604020202020204" pitchFamily="34" charset="0"/>
              </a:defRPr>
            </a:lvl1pPr>
          </a:lstStyle>
          <a:p>
            <a:r>
              <a:rPr lang="en-US" dirty="0"/>
              <a:t>CLICK TO EDIT MASTER TITLE STYLE</a:t>
            </a:r>
          </a:p>
        </p:txBody>
      </p:sp>
      <p:sp>
        <p:nvSpPr>
          <p:cNvPr id="11" name="Text Placeholder 2">
            <a:extLst>
              <a:ext uri="{FF2B5EF4-FFF2-40B4-BE49-F238E27FC236}">
                <a16:creationId xmlns:a16="http://schemas.microsoft.com/office/drawing/2014/main" id="{CFA9DBC5-E4A8-5230-9CE1-902849869495}"/>
              </a:ext>
            </a:extLst>
          </p:cNvPr>
          <p:cNvSpPr>
            <a:spLocks noGrp="1"/>
          </p:cNvSpPr>
          <p:nvPr>
            <p:ph type="body" idx="1"/>
          </p:nvPr>
        </p:nvSpPr>
        <p:spPr>
          <a:xfrm>
            <a:off x="1907196" y="4078224"/>
            <a:ext cx="5444517" cy="1731890"/>
          </a:xfrm>
        </p:spPr>
        <p:txBody>
          <a:bodyPr lIns="0" tIns="0" rIns="0" bIns="0" anchor="t">
            <a:noAutofit/>
          </a:bodyPr>
          <a:lstStyle>
            <a:lvl1pPr marL="0" indent="0">
              <a:buNone/>
              <a:defRPr sz="18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Rectangle 9">
            <a:extLst>
              <a:ext uri="{FF2B5EF4-FFF2-40B4-BE49-F238E27FC236}">
                <a16:creationId xmlns:a16="http://schemas.microsoft.com/office/drawing/2014/main" id="{829F29DD-6F0C-B005-FD16-89C061AE31C9}"/>
              </a:ext>
            </a:extLst>
          </p:cNvPr>
          <p:cNvSpPr/>
          <p:nvPr userDrawn="1"/>
        </p:nvSpPr>
        <p:spPr>
          <a:xfrm>
            <a:off x="10408059" y="1151133"/>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2" name="Rectangle 11">
            <a:extLst>
              <a:ext uri="{FF2B5EF4-FFF2-40B4-BE49-F238E27FC236}">
                <a16:creationId xmlns:a16="http://schemas.microsoft.com/office/drawing/2014/main" id="{67980795-C54D-B27A-60D2-8758CAF840E2}"/>
              </a:ext>
            </a:extLst>
          </p:cNvPr>
          <p:cNvSpPr/>
          <p:nvPr userDrawn="1"/>
        </p:nvSpPr>
        <p:spPr>
          <a:xfrm>
            <a:off x="10987993" y="114070"/>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52720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688C66-2A77-64CD-38B5-90492185CACE}"/>
              </a:ext>
            </a:extLst>
          </p:cNvPr>
          <p:cNvSpPr/>
          <p:nvPr userDrawn="1"/>
        </p:nvSpPr>
        <p:spPr>
          <a:xfrm rot="5400000" flipH="1" flipV="1">
            <a:off x="8570975" y="3236976"/>
            <a:ext cx="6858000"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46438" y="409576"/>
            <a:ext cx="10972800" cy="1325563"/>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745644" y="1825625"/>
            <a:ext cx="11098307"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533E5E79-C396-3919-759D-5AD893CE4260}"/>
              </a:ext>
            </a:extLst>
          </p:cNvPr>
          <p:cNvSpPr>
            <a:spLocks noGrp="1"/>
          </p:cNvSpPr>
          <p:nvPr>
            <p:ph type="sldNum" sz="quarter" idx="4"/>
          </p:nvPr>
        </p:nvSpPr>
        <p:spPr>
          <a:xfrm rot="16200000">
            <a:off x="11716512" y="6382510"/>
            <a:ext cx="566928" cy="384048"/>
          </a:xfrm>
          <a:prstGeom prst="rect">
            <a:avLst/>
          </a:prstGeom>
        </p:spPr>
        <p:txBody>
          <a:bodyPr vert="horz" lIns="91440" tIns="45720" rIns="91440" bIns="45720" rtlCol="0" anchor="ctr"/>
          <a:lstStyle>
            <a:lvl1pPr algn="ctr">
              <a:defRPr sz="1400">
                <a:solidFill>
                  <a:schemeClr val="bg1"/>
                </a:solidFill>
              </a:defRPr>
            </a:lvl1pPr>
          </a:lstStyle>
          <a:p>
            <a:fld id="{09A01C0A-2BB6-49E7-91A3-DCB9F9F59583}" type="slidenum">
              <a:rPr lang="en-US" smtClean="0"/>
              <a:pPr/>
              <a:t>‹#›</a:t>
            </a:fld>
            <a:endParaRPr lang="en-US" dirty="0"/>
          </a:p>
        </p:txBody>
      </p:sp>
      <p:sp>
        <p:nvSpPr>
          <p:cNvPr id="7" name="Footer Placeholder 4">
            <a:extLst>
              <a:ext uri="{FF2B5EF4-FFF2-40B4-BE49-F238E27FC236}">
                <a16:creationId xmlns:a16="http://schemas.microsoft.com/office/drawing/2014/main" id="{89035839-CD36-5568-9808-CCDD9953C933}"/>
              </a:ext>
            </a:extLst>
          </p:cNvPr>
          <p:cNvSpPr>
            <a:spLocks noGrp="1"/>
          </p:cNvSpPr>
          <p:nvPr>
            <p:ph type="ftr" sz="quarter" idx="3"/>
          </p:nvPr>
        </p:nvSpPr>
        <p:spPr>
          <a:xfrm rot="16200000">
            <a:off x="8854442" y="2953511"/>
            <a:ext cx="6291068" cy="384048"/>
          </a:xfrm>
          <a:prstGeom prst="rect">
            <a:avLst/>
          </a:prstGeom>
          <a:noFill/>
        </p:spPr>
        <p:txBody>
          <a:bodyPr vert="horz" lIns="210312" tIns="45720" rIns="91440" bIns="45720" rtlCol="0" anchor="ctr"/>
          <a:lstStyle>
            <a:lvl1pPr algn="l">
              <a:defRPr sz="1200" b="1" cap="all" spc="300" baseline="0">
                <a:solidFill>
                  <a:schemeClr val="bg1"/>
                </a:solidFill>
                <a:latin typeface="+mj-lt"/>
              </a:defRPr>
            </a:lvl1pPr>
          </a:lstStyle>
          <a:p>
            <a:r>
              <a:rPr lang="en-US" dirty="0"/>
              <a:t>Presentation Title</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51" r:id="rId3"/>
    <p:sldLayoutId id="2147483664" r:id="rId4"/>
    <p:sldLayoutId id="2147483659" r:id="rId5"/>
    <p:sldLayoutId id="2147483654" r:id="rId6"/>
    <p:sldLayoutId id="2147483667" r:id="rId7"/>
    <p:sldLayoutId id="2147483665" r:id="rId8"/>
    <p:sldLayoutId id="2147483669" r:id="rId9"/>
    <p:sldLayoutId id="2147483670" r:id="rId10"/>
    <p:sldLayoutId id="2147483652" r:id="rId11"/>
    <p:sldLayoutId id="2147483656" r:id="rId12"/>
    <p:sldLayoutId id="2147483663" r:id="rId13"/>
  </p:sldLayoutIdLst>
  <p:hf hdr="0" ftr="0"/>
  <p:txStyles>
    <p:titleStyle>
      <a:lvl1pPr algn="l" defTabSz="914400" rtl="0" eaLnBrk="1" latinLnBrk="0" hangingPunct="1">
        <a:lnSpc>
          <a:spcPct val="90000"/>
        </a:lnSpc>
        <a:spcBef>
          <a:spcPct val="0"/>
        </a:spcBef>
        <a:buNone/>
        <a:defRPr sz="4000" b="1" i="0" kern="1200" cap="all" spc="600" baseline="0">
          <a:solidFill>
            <a:schemeClr val="tx1"/>
          </a:solidFill>
          <a:latin typeface="+mj-lt"/>
          <a:ea typeface="+mj-ea"/>
          <a:cs typeface="Arial Black" panose="020B06040202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4" orient="horz" pos="1152" userDrawn="1">
          <p15:clr>
            <a:srgbClr val="547EBF"/>
          </p15:clr>
        </p15:guide>
        <p15:guide id="5" pos="7440" userDrawn="1">
          <p15:clr>
            <a:srgbClr val="547EBF"/>
          </p15:clr>
        </p15:guide>
        <p15:guide id="6" orient="horz" pos="4080" userDrawn="1">
          <p15:clr>
            <a:srgbClr val="547EBF"/>
          </p15:clr>
        </p15:guide>
        <p15:guide id="19" userDrawn="1">
          <p15:clr>
            <a:srgbClr val="547EBF"/>
          </p15:clr>
        </p15:guide>
        <p15:guide id="20" pos="7680" userDrawn="1">
          <p15:clr>
            <a:srgbClr val="547EBF"/>
          </p15:clr>
        </p15:guide>
        <p15:guide id="21" pos="528" userDrawn="1">
          <p15:clr>
            <a:srgbClr val="547EBF"/>
          </p15:clr>
        </p15:guide>
        <p15:guide id="22" pos="6912" userDrawn="1">
          <p15:clr>
            <a:srgbClr val="547EBF"/>
          </p15:clr>
        </p15:guide>
        <p15:guide id="23" orient="horz" pos="240" userDrawn="1">
          <p15:clr>
            <a:srgbClr val="547EBF"/>
          </p15:clr>
        </p15:guide>
        <p15:guide id="25" orient="horz" pos="552" userDrawn="1">
          <p15:clr>
            <a:srgbClr val="547EB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microsoft.com/office/2007/relationships/hdphoto" Target="../media/hdphoto6.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mailto:mirjam@adatum.com"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5300-AC43-F396-6E83-73A31578C20E}"/>
              </a:ext>
            </a:extLst>
          </p:cNvPr>
          <p:cNvSpPr>
            <a:spLocks noGrp="1"/>
          </p:cNvSpPr>
          <p:nvPr>
            <p:ph type="ctrTitle"/>
          </p:nvPr>
        </p:nvSpPr>
        <p:spPr>
          <a:xfrm>
            <a:off x="816767" y="1399032"/>
            <a:ext cx="6757416" cy="3427502"/>
          </a:xfrm>
        </p:spPr>
        <p:txBody>
          <a:bodyPr/>
          <a:lstStyle/>
          <a:p>
            <a:r>
              <a:rPr lang="en-US" dirty="0"/>
              <a:t>TRAFFIC CRASH ANALYSIS</a:t>
            </a:r>
          </a:p>
        </p:txBody>
      </p:sp>
      <p:sp>
        <p:nvSpPr>
          <p:cNvPr id="3" name="Subtitle 2">
            <a:extLst>
              <a:ext uri="{FF2B5EF4-FFF2-40B4-BE49-F238E27FC236}">
                <a16:creationId xmlns:a16="http://schemas.microsoft.com/office/drawing/2014/main" id="{6A3BE460-3185-CD59-0215-356A228DF2B6}"/>
              </a:ext>
            </a:extLst>
          </p:cNvPr>
          <p:cNvSpPr>
            <a:spLocks noGrp="1"/>
          </p:cNvSpPr>
          <p:nvPr>
            <p:ph type="subTitle" idx="1"/>
          </p:nvPr>
        </p:nvSpPr>
        <p:spPr>
          <a:xfrm>
            <a:off x="816768" y="417444"/>
            <a:ext cx="7414940" cy="883258"/>
          </a:xfrm>
        </p:spPr>
        <p:txBody>
          <a:bodyPr/>
          <a:lstStyle/>
          <a:p>
            <a:r>
              <a:rPr lang="en-US" dirty="0"/>
              <a:t>PRATHIKSHA S</a:t>
            </a:r>
          </a:p>
        </p:txBody>
      </p:sp>
    </p:spTree>
    <p:extLst>
      <p:ext uri="{BB962C8B-B14F-4D97-AF65-F5344CB8AC3E}">
        <p14:creationId xmlns:p14="http://schemas.microsoft.com/office/powerpoint/2010/main" val="3867488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4F54-DA82-4616-5B86-91637316C018}"/>
              </a:ext>
            </a:extLst>
          </p:cNvPr>
          <p:cNvSpPr>
            <a:spLocks noGrp="1"/>
          </p:cNvSpPr>
          <p:nvPr>
            <p:ph type="title"/>
          </p:nvPr>
        </p:nvSpPr>
        <p:spPr>
          <a:xfrm>
            <a:off x="6598879" y="1099956"/>
            <a:ext cx="5029200" cy="620690"/>
          </a:xfrm>
        </p:spPr>
        <p:txBody>
          <a:bodyPr/>
          <a:lstStyle/>
          <a:p>
            <a:pPr algn="ctr"/>
            <a:r>
              <a:rPr lang="en-US" dirty="0"/>
              <a:t>AGENDA</a:t>
            </a:r>
          </a:p>
        </p:txBody>
      </p:sp>
      <p:pic>
        <p:nvPicPr>
          <p:cNvPr id="5" name="Picture Placeholder 4" descr="Close-up of skyscrapers">
            <a:extLst>
              <a:ext uri="{FF2B5EF4-FFF2-40B4-BE49-F238E27FC236}">
                <a16:creationId xmlns:a16="http://schemas.microsoft.com/office/drawing/2014/main" id="{CBD79D95-B489-7C39-8BA1-EDA2F8F12E11}"/>
              </a:ext>
            </a:extLst>
          </p:cNvPr>
          <p:cNvPicPr>
            <a:picLocks noGrp="1" noChangeAspect="1"/>
          </p:cNvPicPr>
          <p:nvPr>
            <p:ph type="pic" sz="quarter" idx="10"/>
          </p:nvPr>
        </p:nvPicPr>
        <p:blipFill>
          <a:blip r:embed="rId2"/>
          <a:srcRect t="43" b="43"/>
          <a:stretch/>
        </p:blipFill>
        <p:spPr>
          <a:xfrm>
            <a:off x="1395412" y="653461"/>
            <a:ext cx="4597556" cy="5549900"/>
          </a:xfrm>
        </p:spPr>
      </p:pic>
      <p:sp>
        <p:nvSpPr>
          <p:cNvPr id="4" name="Content Placeholder 3">
            <a:extLst>
              <a:ext uri="{FF2B5EF4-FFF2-40B4-BE49-F238E27FC236}">
                <a16:creationId xmlns:a16="http://schemas.microsoft.com/office/drawing/2014/main" id="{1D44FF4F-87AF-081C-2A21-97173EE4A670}"/>
              </a:ext>
            </a:extLst>
          </p:cNvPr>
          <p:cNvSpPr>
            <a:spLocks noGrp="1"/>
          </p:cNvSpPr>
          <p:nvPr>
            <p:ph idx="1"/>
          </p:nvPr>
        </p:nvSpPr>
        <p:spPr>
          <a:xfrm>
            <a:off x="6696220" y="2007961"/>
            <a:ext cx="4834517" cy="3108960"/>
          </a:xfrm>
        </p:spPr>
        <p:txBody>
          <a:bodyPr/>
          <a:lstStyle/>
          <a:p>
            <a:pPr marL="285750" indent="-285750">
              <a:buFont typeface="Arial" panose="020B0604020202020204" pitchFamily="34" charset="0"/>
              <a:buChar char="•"/>
            </a:pPr>
            <a:r>
              <a:rPr lang="en-US" dirty="0"/>
              <a:t>DESCRIPTION</a:t>
            </a:r>
          </a:p>
          <a:p>
            <a:pPr marL="285750" indent="-285750">
              <a:buFont typeface="Arial" panose="020B0604020202020204" pitchFamily="34" charset="0"/>
              <a:buChar char="•"/>
            </a:pPr>
            <a:r>
              <a:rPr lang="en-US" dirty="0"/>
              <a:t>OBJECTIVES</a:t>
            </a:r>
          </a:p>
          <a:p>
            <a:pPr marL="285750" indent="-285750">
              <a:buFont typeface="Arial" panose="020B0604020202020204" pitchFamily="34" charset="0"/>
              <a:buChar char="•"/>
            </a:pPr>
            <a:r>
              <a:rPr lang="en-US" dirty="0"/>
              <a:t>METHODS AND STEPS </a:t>
            </a:r>
          </a:p>
          <a:p>
            <a:pPr marL="285750" indent="-285750">
              <a:buFont typeface="Arial" panose="020B0604020202020204" pitchFamily="34" charset="0"/>
              <a:buChar char="•"/>
            </a:pPr>
            <a:r>
              <a:rPr lang="en-US" dirty="0"/>
              <a:t>ANALYSIS AND OBSERVATION</a:t>
            </a:r>
          </a:p>
          <a:p>
            <a:pPr marL="285750" indent="-285750">
              <a:buFont typeface="Arial" panose="020B0604020202020204" pitchFamily="34" charset="0"/>
              <a:buChar char="•"/>
            </a:pPr>
            <a:r>
              <a:rPr lang="en-US" dirty="0"/>
              <a:t>SUMMARY </a:t>
            </a:r>
          </a:p>
          <a:p>
            <a:pPr marL="285750" indent="-285750">
              <a:buFont typeface="Arial" panose="020B0604020202020204" pitchFamily="34" charset="0"/>
              <a:buChar char="•"/>
            </a:pPr>
            <a:r>
              <a:rPr lang="en-US" dirty="0"/>
              <a:t>CONCLUSION</a:t>
            </a:r>
          </a:p>
          <a:p>
            <a:endParaRPr lang="en-US" dirty="0"/>
          </a:p>
        </p:txBody>
      </p:sp>
      <p:sp>
        <p:nvSpPr>
          <p:cNvPr id="15" name="Rectangle 14">
            <a:extLst>
              <a:ext uri="{FF2B5EF4-FFF2-40B4-BE49-F238E27FC236}">
                <a16:creationId xmlns:a16="http://schemas.microsoft.com/office/drawing/2014/main" id="{8D6B33E9-5728-FA5C-0AC2-27407C4E7EF2}"/>
              </a:ext>
              <a:ext uri="{C183D7F6-B498-43B3-948B-1728B52AA6E4}">
                <adec:decorative xmlns:adec="http://schemas.microsoft.com/office/drawing/2017/decorative" val="1"/>
              </a:ext>
            </a:extLst>
          </p:cNvPr>
          <p:cNvSpPr/>
          <p:nvPr/>
        </p:nvSpPr>
        <p:spPr>
          <a:xfrm>
            <a:off x="831720" y="638594"/>
            <a:ext cx="2743200" cy="1336433"/>
          </a:xfrm>
          <a:prstGeom prst="rect">
            <a:avLst/>
          </a:prstGeom>
          <a:solidFill>
            <a:schemeClr val="accent1">
              <a:alpha val="87843"/>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16" name="Rectangle 15">
            <a:extLst>
              <a:ext uri="{FF2B5EF4-FFF2-40B4-BE49-F238E27FC236}">
                <a16:creationId xmlns:a16="http://schemas.microsoft.com/office/drawing/2014/main" id="{59FDBA0D-C717-B16D-F1F6-BA5D8E090C9D}"/>
              </a:ext>
              <a:ext uri="{C183D7F6-B498-43B3-948B-1728B52AA6E4}">
                <adec:decorative xmlns:adec="http://schemas.microsoft.com/office/drawing/2017/decorative" val="1"/>
              </a:ext>
            </a:extLst>
          </p:cNvPr>
          <p:cNvSpPr/>
          <p:nvPr/>
        </p:nvSpPr>
        <p:spPr>
          <a:xfrm>
            <a:off x="5867073" y="3130095"/>
            <a:ext cx="228928" cy="2252610"/>
          </a:xfrm>
          <a:prstGeom prst="rect">
            <a:avLst/>
          </a:prstGeom>
          <a:solidFill>
            <a:schemeClr val="accent1">
              <a:alpha val="76078"/>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20" name="Slide Number Placeholder 19">
            <a:extLst>
              <a:ext uri="{FF2B5EF4-FFF2-40B4-BE49-F238E27FC236}">
                <a16:creationId xmlns:a16="http://schemas.microsoft.com/office/drawing/2014/main" id="{7D090D43-FD3C-82CE-3706-B447C067FB18}"/>
              </a:ext>
            </a:extLst>
          </p:cNvPr>
          <p:cNvSpPr>
            <a:spLocks noGrp="1"/>
          </p:cNvSpPr>
          <p:nvPr>
            <p:ph type="sldNum" sz="quarter" idx="13"/>
          </p:nvPr>
        </p:nvSpPr>
        <p:spPr/>
        <p:txBody>
          <a:bodyPr/>
          <a:lstStyle/>
          <a:p>
            <a:fld id="{09A01C0A-2BB6-49E7-91A3-DCB9F9F59583}" type="slidenum">
              <a:rPr lang="en-US" smtClean="0"/>
              <a:pPr/>
              <a:t>2</a:t>
            </a:fld>
            <a:endParaRPr lang="en-US" dirty="0"/>
          </a:p>
        </p:txBody>
      </p:sp>
    </p:spTree>
    <p:extLst>
      <p:ext uri="{BB962C8B-B14F-4D97-AF65-F5344CB8AC3E}">
        <p14:creationId xmlns:p14="http://schemas.microsoft.com/office/powerpoint/2010/main" val="1151816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8CA0173-29FD-AFA2-C4D4-F4CAD9BFA91B}"/>
              </a:ext>
            </a:extLst>
          </p:cNvPr>
          <p:cNvSpPr>
            <a:spLocks noGrp="1"/>
          </p:cNvSpPr>
          <p:nvPr>
            <p:ph type="title"/>
          </p:nvPr>
        </p:nvSpPr>
        <p:spPr>
          <a:xfrm>
            <a:off x="6632450" y="2953329"/>
            <a:ext cx="5093208" cy="951342"/>
          </a:xfrm>
        </p:spPr>
        <p:txBody>
          <a:bodyPr/>
          <a:lstStyle/>
          <a:p>
            <a:r>
              <a:rPr lang="en-US" dirty="0"/>
              <a:t>Introduction</a:t>
            </a:r>
          </a:p>
        </p:txBody>
      </p:sp>
      <p:pic>
        <p:nvPicPr>
          <p:cNvPr id="14" name="Picture Placeholder 13" descr="Close up of abstract image">
            <a:extLst>
              <a:ext uri="{FF2B5EF4-FFF2-40B4-BE49-F238E27FC236}">
                <a16:creationId xmlns:a16="http://schemas.microsoft.com/office/drawing/2014/main" id="{B603978A-003D-ECA6-02D2-260C6A3BC3F4}"/>
              </a:ext>
            </a:extLst>
          </p:cNvPr>
          <p:cNvPicPr>
            <a:picLocks noGrp="1" noChangeAspect="1"/>
          </p:cNvPicPr>
          <p:nvPr>
            <p:ph type="pic" sz="quarter" idx="11"/>
          </p:nvPr>
        </p:nvPicPr>
        <p:blipFill>
          <a:blip r:embed="rId2"/>
          <a:srcRect l="85" r="85"/>
          <a:stretch/>
        </p:blipFill>
        <p:spPr>
          <a:xfrm>
            <a:off x="832104" y="640080"/>
            <a:ext cx="4727448" cy="5559552"/>
          </a:xfrm>
        </p:spPr>
      </p:pic>
    </p:spTree>
    <p:extLst>
      <p:ext uri="{BB962C8B-B14F-4D97-AF65-F5344CB8AC3E}">
        <p14:creationId xmlns:p14="http://schemas.microsoft.com/office/powerpoint/2010/main" val="612500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3B7B0AB-7E6D-621B-43E7-5825A6443DDF}"/>
              </a:ext>
            </a:extLst>
          </p:cNvPr>
          <p:cNvSpPr>
            <a:spLocks noGrp="1"/>
          </p:cNvSpPr>
          <p:nvPr>
            <p:ph type="title"/>
          </p:nvPr>
        </p:nvSpPr>
        <p:spPr>
          <a:xfrm>
            <a:off x="1483540" y="333626"/>
            <a:ext cx="4226062" cy="748825"/>
          </a:xfrm>
        </p:spPr>
        <p:txBody>
          <a:bodyPr anchor="b"/>
          <a:lstStyle/>
          <a:p>
            <a:pPr algn="ctr"/>
            <a:r>
              <a:rPr lang="en-US" dirty="0"/>
              <a:t>DESCRIPTION</a:t>
            </a:r>
          </a:p>
        </p:txBody>
      </p:sp>
      <p:sp>
        <p:nvSpPr>
          <p:cNvPr id="3" name="Text Placeholder 2">
            <a:extLst>
              <a:ext uri="{FF2B5EF4-FFF2-40B4-BE49-F238E27FC236}">
                <a16:creationId xmlns:a16="http://schemas.microsoft.com/office/drawing/2014/main" id="{0F17F915-9766-1FC8-98BD-D9AE3D5B2A55}"/>
              </a:ext>
            </a:extLst>
          </p:cNvPr>
          <p:cNvSpPr>
            <a:spLocks noGrp="1"/>
          </p:cNvSpPr>
          <p:nvPr>
            <p:ph type="body" idx="1"/>
          </p:nvPr>
        </p:nvSpPr>
        <p:spPr>
          <a:xfrm>
            <a:off x="330227" y="1406060"/>
            <a:ext cx="6532689" cy="4647268"/>
          </a:xfrm>
        </p:spPr>
        <p:txBody>
          <a:bodyPr anchor="b"/>
          <a:lstStyle/>
          <a:p>
            <a:pPr>
              <a:lnSpc>
                <a:spcPct val="150000"/>
              </a:lnSpc>
            </a:pPr>
            <a:r>
              <a:rPr lang="en-US" sz="2100" b="1" dirty="0"/>
              <a:t>This project involves the analysis of a large traffic crash dataset using SQL. The dataset was imported into a SQL database, structured queries were performed to explore crash patterns, contributing factors, and injury severity. The analysis focuses on identifying trends based on time, weather, road conditions, and traffic controls to understand the major causes of accidents and high-risk situations. The insights generated help in understanding accident behavior and support data-driven decisions for improving road safety.</a:t>
            </a:r>
          </a:p>
        </p:txBody>
      </p:sp>
      <p:pic>
        <p:nvPicPr>
          <p:cNvPr id="14" name="Picture Placeholder 14" descr="White modern architecture">
            <a:extLst>
              <a:ext uri="{FF2B5EF4-FFF2-40B4-BE49-F238E27FC236}">
                <a16:creationId xmlns:a16="http://schemas.microsoft.com/office/drawing/2014/main" id="{F96F20C9-F169-573A-32C0-8FA15642A6D6}"/>
              </a:ext>
            </a:extLst>
          </p:cNvPr>
          <p:cNvPicPr>
            <a:picLocks noGrp="1" noChangeAspect="1"/>
          </p:cNvPicPr>
          <p:nvPr>
            <p:ph type="pic" sz="quarter" idx="12"/>
          </p:nvPr>
        </p:nvPicPr>
        <p:blipFill rotWithShape="1">
          <a:blip r:embed="rId3" cstate="print">
            <a:grayscl/>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 uri="{28A0092B-C50C-407E-A947-70E740481C1C}">
                <a14:useLocalDpi xmlns:a14="http://schemas.microsoft.com/office/drawing/2010/main"/>
              </a:ext>
            </a:extLst>
          </a:blip>
          <a:srcRect l="2541" r="2541"/>
          <a:stretch/>
        </p:blipFill>
        <p:spPr>
          <a:xfrm>
            <a:off x="7680960" y="804672"/>
            <a:ext cx="3475649" cy="5248656"/>
          </a:xfrm>
        </p:spPr>
      </p:pic>
      <p:sp>
        <p:nvSpPr>
          <p:cNvPr id="4" name="Text Placeholder 10">
            <a:extLst>
              <a:ext uri="{FF2B5EF4-FFF2-40B4-BE49-F238E27FC236}">
                <a16:creationId xmlns:a16="http://schemas.microsoft.com/office/drawing/2014/main" id="{104F5115-4987-5C8E-E191-E06A29A553D3}"/>
              </a:ext>
            </a:extLst>
          </p:cNvPr>
          <p:cNvSpPr txBox="1">
            <a:spLocks/>
          </p:cNvSpPr>
          <p:nvPr/>
        </p:nvSpPr>
        <p:spPr>
          <a:xfrm>
            <a:off x="6622354" y="3330533"/>
            <a:ext cx="2121408" cy="2121408"/>
          </a:xfrm>
          <a:prstGeom prst="ellipse">
            <a:avLst/>
          </a:prstGeom>
          <a:solidFill>
            <a:schemeClr val="accent1">
              <a:alpha val="72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edit Master text styles</a:t>
            </a:r>
          </a:p>
        </p:txBody>
      </p:sp>
      <p:sp>
        <p:nvSpPr>
          <p:cNvPr id="8" name="Text Placeholder 10">
            <a:extLst>
              <a:ext uri="{FF2B5EF4-FFF2-40B4-BE49-F238E27FC236}">
                <a16:creationId xmlns:a16="http://schemas.microsoft.com/office/drawing/2014/main" id="{1EA969D2-43E7-374C-2BD3-3ED94ADEAE97}"/>
              </a:ext>
            </a:extLst>
          </p:cNvPr>
          <p:cNvSpPr txBox="1">
            <a:spLocks/>
          </p:cNvSpPr>
          <p:nvPr/>
        </p:nvSpPr>
        <p:spPr>
          <a:xfrm>
            <a:off x="10972800" y="1515070"/>
            <a:ext cx="371815" cy="1033272"/>
          </a:xfrm>
          <a:prstGeom prst="rect">
            <a:avLst/>
          </a:prstGeom>
          <a:solidFill>
            <a:schemeClr val="accent1">
              <a:alpha val="83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edit Master text styles</a:t>
            </a:r>
          </a:p>
        </p:txBody>
      </p:sp>
      <p:sp>
        <p:nvSpPr>
          <p:cNvPr id="16" name="Slide Number Placeholder 15">
            <a:extLst>
              <a:ext uri="{FF2B5EF4-FFF2-40B4-BE49-F238E27FC236}">
                <a16:creationId xmlns:a16="http://schemas.microsoft.com/office/drawing/2014/main" id="{CCB2D080-C33E-7ABA-4BFC-D6F8F922FF10}"/>
              </a:ext>
            </a:extLst>
          </p:cNvPr>
          <p:cNvSpPr>
            <a:spLocks noGrp="1"/>
          </p:cNvSpPr>
          <p:nvPr>
            <p:ph type="sldNum" sz="quarter" idx="11"/>
          </p:nvPr>
        </p:nvSpPr>
        <p:spPr/>
        <p:txBody>
          <a:bodyPr/>
          <a:lstStyle/>
          <a:p>
            <a:fld id="{09A01C0A-2BB6-49E7-91A3-DCB9F9F59583}" type="slidenum">
              <a:rPr lang="en-US" smtClean="0"/>
              <a:pPr/>
              <a:t>4</a:t>
            </a:fld>
            <a:endParaRPr lang="en-US" dirty="0"/>
          </a:p>
        </p:txBody>
      </p:sp>
    </p:spTree>
    <p:extLst>
      <p:ext uri="{BB962C8B-B14F-4D97-AF65-F5344CB8AC3E}">
        <p14:creationId xmlns:p14="http://schemas.microsoft.com/office/powerpoint/2010/main" val="4278401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D3C5A-CEA8-6DDC-B3F1-41D07C4FA704}"/>
              </a:ext>
            </a:extLst>
          </p:cNvPr>
          <p:cNvSpPr>
            <a:spLocks noGrp="1"/>
          </p:cNvSpPr>
          <p:nvPr>
            <p:ph type="title"/>
          </p:nvPr>
        </p:nvSpPr>
        <p:spPr>
          <a:xfrm>
            <a:off x="6250957" y="416789"/>
            <a:ext cx="5093208" cy="713232"/>
          </a:xfrm>
        </p:spPr>
        <p:txBody>
          <a:bodyPr/>
          <a:lstStyle/>
          <a:p>
            <a:pPr algn="ctr"/>
            <a:r>
              <a:rPr lang="en-US" dirty="0"/>
              <a:t>OBJECTIVES</a:t>
            </a:r>
          </a:p>
        </p:txBody>
      </p:sp>
      <p:sp>
        <p:nvSpPr>
          <p:cNvPr id="5" name="Subtitle 4">
            <a:extLst>
              <a:ext uri="{FF2B5EF4-FFF2-40B4-BE49-F238E27FC236}">
                <a16:creationId xmlns:a16="http://schemas.microsoft.com/office/drawing/2014/main" id="{0E8B56C7-C38F-E96E-3C19-8ACF8AF9E716}"/>
              </a:ext>
            </a:extLst>
          </p:cNvPr>
          <p:cNvSpPr>
            <a:spLocks noGrp="1"/>
          </p:cNvSpPr>
          <p:nvPr>
            <p:ph type="subTitle" idx="1"/>
          </p:nvPr>
        </p:nvSpPr>
        <p:spPr>
          <a:xfrm>
            <a:off x="6250956" y="1571587"/>
            <a:ext cx="4947985" cy="4869623"/>
          </a:xfrm>
        </p:spPr>
        <p:txBody>
          <a:bodyPr/>
          <a:lstStyle/>
          <a:p>
            <a:pPr marL="285750" indent="-285750">
              <a:buFont typeface="Arial" panose="020B0604020202020204" pitchFamily="34" charset="0"/>
              <a:buChar char="•"/>
            </a:pPr>
            <a:r>
              <a:rPr lang="en-IN" sz="2000" b="1" dirty="0"/>
              <a:t>To determine the main causes of traffic accidents.</a:t>
            </a:r>
          </a:p>
          <a:p>
            <a:pPr marL="285750" indent="-285750">
              <a:buFont typeface="Arial" panose="020B0604020202020204" pitchFamily="34" charset="0"/>
              <a:buChar char="•"/>
            </a:pPr>
            <a:r>
              <a:rPr lang="en-IN" sz="2000" b="1" dirty="0"/>
              <a:t>To examine how road and environmental factors affect the severity of crashes.</a:t>
            </a:r>
          </a:p>
          <a:p>
            <a:pPr marL="285750" indent="-285750">
              <a:buFont typeface="Arial" panose="020B0604020202020204" pitchFamily="34" charset="0"/>
              <a:buChar char="•"/>
            </a:pPr>
            <a:r>
              <a:rPr lang="en-IN" sz="2000" b="1" dirty="0"/>
              <a:t>To investigate temporal trends, such as accidents by day, month, and hour.</a:t>
            </a:r>
          </a:p>
          <a:p>
            <a:pPr marL="285750" indent="-285750">
              <a:buFont typeface="Arial" panose="020B0604020202020204" pitchFamily="34" charset="0"/>
              <a:buChar char="•"/>
            </a:pPr>
            <a:r>
              <a:rPr lang="en-IN" sz="2000" b="1" dirty="0"/>
              <a:t>To identify high-risk situations and possible hotspots for accidents.</a:t>
            </a:r>
          </a:p>
          <a:p>
            <a:pPr marL="285750" indent="-285750">
              <a:buFont typeface="Arial" panose="020B0604020202020204" pitchFamily="34" charset="0"/>
              <a:buChar char="•"/>
            </a:pPr>
            <a:r>
              <a:rPr lang="en-IN" sz="2000" b="1" dirty="0"/>
              <a:t>To obtain knowledge that can enhance decision-making and road safety.</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521615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7F8D88-DE22-2DE5-BF64-9FC10B8DC4E0}"/>
              </a:ext>
            </a:extLst>
          </p:cNvPr>
          <p:cNvSpPr>
            <a:spLocks noGrp="1"/>
          </p:cNvSpPr>
          <p:nvPr>
            <p:ph type="title"/>
          </p:nvPr>
        </p:nvSpPr>
        <p:spPr>
          <a:xfrm>
            <a:off x="850392" y="420624"/>
            <a:ext cx="10954512" cy="1463040"/>
          </a:xfrm>
        </p:spPr>
        <p:txBody>
          <a:bodyPr/>
          <a:lstStyle/>
          <a:p>
            <a:r>
              <a:rPr lang="en-US" noProof="0" dirty="0"/>
              <a:t>Product benefits</a:t>
            </a:r>
            <a:endParaRPr lang="en-US" dirty="0"/>
          </a:p>
        </p:txBody>
      </p:sp>
      <p:sp>
        <p:nvSpPr>
          <p:cNvPr id="7" name="Text Placeholder 6">
            <a:extLst>
              <a:ext uri="{FF2B5EF4-FFF2-40B4-BE49-F238E27FC236}">
                <a16:creationId xmlns:a16="http://schemas.microsoft.com/office/drawing/2014/main" id="{F74321E3-704E-37A8-CFB9-768FCE6AD758}"/>
              </a:ext>
            </a:extLst>
          </p:cNvPr>
          <p:cNvSpPr>
            <a:spLocks noGrp="1"/>
          </p:cNvSpPr>
          <p:nvPr>
            <p:ph type="body" sz="quarter" idx="12"/>
          </p:nvPr>
        </p:nvSpPr>
        <p:spPr>
          <a:xfrm>
            <a:off x="850899" y="2231136"/>
            <a:ext cx="4828032" cy="3566160"/>
          </a:xfrm>
        </p:spPr>
        <p:txBody>
          <a:bodyPr/>
          <a:lstStyle/>
          <a:p>
            <a:r>
              <a:rPr lang="en-US" dirty="0"/>
              <a:t>Increased productivity</a:t>
            </a:r>
          </a:p>
          <a:p>
            <a:r>
              <a:rPr lang="en-US" dirty="0"/>
              <a:t>Seamless integration</a:t>
            </a:r>
          </a:p>
          <a:p>
            <a:r>
              <a:rPr lang="en-US" dirty="0"/>
              <a:t>Enhanced user experience</a:t>
            </a:r>
          </a:p>
          <a:p>
            <a:r>
              <a:rPr lang="en-US" dirty="0"/>
              <a:t>Scalability for future growth</a:t>
            </a:r>
          </a:p>
          <a:p>
            <a:r>
              <a:rPr lang="en-US" dirty="0"/>
              <a:t>User-friendly learning</a:t>
            </a:r>
          </a:p>
          <a:p>
            <a:endParaRPr lang="en-US" dirty="0"/>
          </a:p>
        </p:txBody>
      </p:sp>
      <p:sp>
        <p:nvSpPr>
          <p:cNvPr id="12" name="Slide Number Placeholder 11">
            <a:extLst>
              <a:ext uri="{FF2B5EF4-FFF2-40B4-BE49-F238E27FC236}">
                <a16:creationId xmlns:a16="http://schemas.microsoft.com/office/drawing/2014/main" id="{A8CBBE5F-9A1C-95FF-B955-8D818F3A20E6}"/>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6</a:t>
            </a:fld>
            <a:endParaRPr lang="en-US" dirty="0"/>
          </a:p>
        </p:txBody>
      </p:sp>
    </p:spTree>
    <p:extLst>
      <p:ext uri="{BB962C8B-B14F-4D97-AF65-F5344CB8AC3E}">
        <p14:creationId xmlns:p14="http://schemas.microsoft.com/office/powerpoint/2010/main" val="1572098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24219-C450-9795-3D37-675668F591FE}"/>
              </a:ext>
            </a:extLst>
          </p:cNvPr>
          <p:cNvSpPr>
            <a:spLocks noGrp="1"/>
          </p:cNvSpPr>
          <p:nvPr>
            <p:ph type="title"/>
          </p:nvPr>
        </p:nvSpPr>
        <p:spPr>
          <a:xfrm>
            <a:off x="2648932" y="0"/>
            <a:ext cx="6894136" cy="6894136"/>
          </a:xfrm>
        </p:spPr>
        <p:txBody>
          <a:bodyPr/>
          <a:lstStyle/>
          <a:p>
            <a:r>
              <a:rPr lang="en-US" dirty="0"/>
              <a:t>Market</a:t>
            </a:r>
            <a:br>
              <a:rPr lang="en-US" dirty="0"/>
            </a:br>
            <a:r>
              <a:rPr lang="en-US" dirty="0"/>
              <a:t>overview</a:t>
            </a:r>
          </a:p>
        </p:txBody>
      </p:sp>
    </p:spTree>
    <p:extLst>
      <p:ext uri="{BB962C8B-B14F-4D97-AF65-F5344CB8AC3E}">
        <p14:creationId xmlns:p14="http://schemas.microsoft.com/office/powerpoint/2010/main" val="1753578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A49A-DC7C-9C4F-2F9A-564E195C5628}"/>
              </a:ext>
            </a:extLst>
          </p:cNvPr>
          <p:cNvSpPr>
            <a:spLocks noGrp="1"/>
          </p:cNvSpPr>
          <p:nvPr>
            <p:ph type="title"/>
          </p:nvPr>
        </p:nvSpPr>
        <p:spPr>
          <a:xfrm>
            <a:off x="846879" y="868680"/>
            <a:ext cx="5248656" cy="2157984"/>
          </a:xfrm>
        </p:spPr>
        <p:txBody>
          <a:bodyPr anchor="t"/>
          <a:lstStyle/>
          <a:p>
            <a:r>
              <a:rPr lang="en-US" dirty="0"/>
              <a:t>Competitive landscape</a:t>
            </a:r>
          </a:p>
        </p:txBody>
      </p:sp>
      <p:pic>
        <p:nvPicPr>
          <p:cNvPr id="23" name="Picture Placeholder 22" descr="View of city skyscrapers looking up">
            <a:extLst>
              <a:ext uri="{FF2B5EF4-FFF2-40B4-BE49-F238E27FC236}">
                <a16:creationId xmlns:a16="http://schemas.microsoft.com/office/drawing/2014/main" id="{EA0720B9-8012-11BC-9281-4F57A58FAD3B}"/>
              </a:ext>
            </a:extLst>
          </p:cNvPr>
          <p:cNvPicPr>
            <a:picLocks noGrp="1" noChangeAspect="1"/>
          </p:cNvPicPr>
          <p:nvPr>
            <p:ph type="pic" sz="quarter" idx="13"/>
          </p:nvPr>
        </p:nvPicPr>
        <p:blipFill>
          <a:blip r:embed="rId2"/>
          <a:srcRect l="523" r="523"/>
          <a:stretch/>
        </p:blipFill>
        <p:spPr>
          <a:xfrm>
            <a:off x="0" y="3159126"/>
            <a:ext cx="4577463" cy="3698875"/>
          </a:xfrm>
        </p:spPr>
      </p:pic>
      <p:sp>
        <p:nvSpPr>
          <p:cNvPr id="10" name="Content Placeholder 9">
            <a:extLst>
              <a:ext uri="{FF2B5EF4-FFF2-40B4-BE49-F238E27FC236}">
                <a16:creationId xmlns:a16="http://schemas.microsoft.com/office/drawing/2014/main" id="{6716CAA9-374B-601A-A4B6-6F92CD182236}"/>
              </a:ext>
            </a:extLst>
          </p:cNvPr>
          <p:cNvSpPr>
            <a:spLocks noGrp="1"/>
          </p:cNvSpPr>
          <p:nvPr>
            <p:ph sz="half" idx="12"/>
          </p:nvPr>
        </p:nvSpPr>
        <p:spPr>
          <a:xfrm>
            <a:off x="6729984" y="786384"/>
            <a:ext cx="4617720" cy="2770632"/>
          </a:xfrm>
        </p:spPr>
        <p:txBody>
          <a:bodyPr/>
          <a:lstStyle/>
          <a:p>
            <a:r>
              <a:rPr lang="en-US" dirty="0"/>
              <a:t>STRONG MARKET PRESENCE</a:t>
            </a:r>
          </a:p>
          <a:p>
            <a:pPr lvl="1"/>
            <a:r>
              <a:rPr lang="en-US" dirty="0"/>
              <a:t>Positioned as a market leader</a:t>
            </a:r>
          </a:p>
          <a:p>
            <a:pPr lvl="1"/>
            <a:r>
              <a:rPr lang="en-US" dirty="0"/>
              <a:t>Leveraging a robust infrastructure</a:t>
            </a:r>
          </a:p>
          <a:p>
            <a:pPr lvl="1"/>
            <a:r>
              <a:rPr lang="en-US" dirty="0"/>
              <a:t>Dedicated team of experts</a:t>
            </a:r>
          </a:p>
          <a:p>
            <a:pPr lvl="1"/>
            <a:r>
              <a:rPr lang="en-US" dirty="0"/>
              <a:t>Outperforming competitors</a:t>
            </a:r>
          </a:p>
          <a:p>
            <a:endParaRPr lang="en-US" dirty="0"/>
          </a:p>
        </p:txBody>
      </p:sp>
      <p:sp>
        <p:nvSpPr>
          <p:cNvPr id="6" name="Content Placeholder 3">
            <a:extLst>
              <a:ext uri="{FF2B5EF4-FFF2-40B4-BE49-F238E27FC236}">
                <a16:creationId xmlns:a16="http://schemas.microsoft.com/office/drawing/2014/main" id="{864D6ACC-22BB-B3AD-E797-74518F06BE3A}"/>
              </a:ext>
            </a:extLst>
          </p:cNvPr>
          <p:cNvSpPr>
            <a:spLocks noGrp="1"/>
          </p:cNvSpPr>
          <p:nvPr>
            <p:ph sz="half" idx="2"/>
          </p:nvPr>
        </p:nvSpPr>
        <p:spPr>
          <a:xfrm>
            <a:off x="6729984" y="3858768"/>
            <a:ext cx="4617720" cy="2770632"/>
          </a:xfrm>
          <a:noFill/>
        </p:spPr>
        <p:txBody>
          <a:bodyPr vert="horz" lIns="91440" tIns="45720" rIns="91440" bIns="45720" rtlCol="0" anchor="t">
            <a:noAutofit/>
          </a:bodyPr>
          <a:lstStyle/>
          <a:p>
            <a:r>
              <a:rPr lang="en-US" dirty="0"/>
              <a:t>NEED:</a:t>
            </a:r>
          </a:p>
          <a:p>
            <a:pPr lvl="1"/>
            <a:r>
              <a:rPr lang="en-US" dirty="0"/>
              <a:t>More agility and adaptability</a:t>
            </a:r>
          </a:p>
          <a:p>
            <a:pPr lvl="1"/>
            <a:r>
              <a:rPr lang="en-US" dirty="0"/>
              <a:t>Stronger competitive edge</a:t>
            </a:r>
          </a:p>
          <a:p>
            <a:pPr lvl="1"/>
            <a:r>
              <a:rPr lang="en-US" dirty="0"/>
              <a:t>Ability to adapt swiftly</a:t>
            </a:r>
          </a:p>
          <a:p>
            <a:pPr lvl="1"/>
            <a:r>
              <a:rPr lang="en-US" dirty="0"/>
              <a:t>Stay ahead of the curve</a:t>
            </a:r>
          </a:p>
        </p:txBody>
      </p:sp>
      <p:sp>
        <p:nvSpPr>
          <p:cNvPr id="27" name="Slide Number Placeholder 26">
            <a:extLst>
              <a:ext uri="{FF2B5EF4-FFF2-40B4-BE49-F238E27FC236}">
                <a16:creationId xmlns:a16="http://schemas.microsoft.com/office/drawing/2014/main" id="{A4B6E0DA-DEBF-CAD7-638D-5FAC6A83CE38}"/>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8</a:t>
            </a:fld>
            <a:endParaRPr lang="en-US" dirty="0"/>
          </a:p>
        </p:txBody>
      </p:sp>
      <p:sp>
        <p:nvSpPr>
          <p:cNvPr id="26" name="Oval 25">
            <a:extLst>
              <a:ext uri="{FF2B5EF4-FFF2-40B4-BE49-F238E27FC236}">
                <a16:creationId xmlns:a16="http://schemas.microsoft.com/office/drawing/2014/main" id="{3B5704EA-7A65-5CC2-D428-F28396B06208}"/>
              </a:ext>
              <a:ext uri="{C183D7F6-B498-43B3-948B-1728B52AA6E4}">
                <adec:decorative xmlns:adec="http://schemas.microsoft.com/office/drawing/2017/decorative" val="1"/>
              </a:ext>
            </a:extLst>
          </p:cNvPr>
          <p:cNvSpPr/>
          <p:nvPr/>
        </p:nvSpPr>
        <p:spPr>
          <a:xfrm>
            <a:off x="281346" y="2724345"/>
            <a:ext cx="1292298" cy="1292298"/>
          </a:xfrm>
          <a:prstGeom prst="ellipse">
            <a:avLst/>
          </a:prstGeom>
          <a:solidFill>
            <a:schemeClr val="accent1">
              <a:alpha val="760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Tree>
    <p:extLst>
      <p:ext uri="{BB962C8B-B14F-4D97-AF65-F5344CB8AC3E}">
        <p14:creationId xmlns:p14="http://schemas.microsoft.com/office/powerpoint/2010/main" val="1323760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C097A-775B-08E5-6C81-5BA1BCE9ACD7}"/>
              </a:ext>
            </a:extLst>
          </p:cNvPr>
          <p:cNvSpPr>
            <a:spLocks noGrp="1"/>
          </p:cNvSpPr>
          <p:nvPr>
            <p:ph type="title"/>
          </p:nvPr>
        </p:nvSpPr>
        <p:spPr>
          <a:xfrm>
            <a:off x="850392" y="0"/>
            <a:ext cx="10122632" cy="1307592"/>
          </a:xfrm>
        </p:spPr>
        <p:txBody>
          <a:bodyPr/>
          <a:lstStyle/>
          <a:p>
            <a:r>
              <a:rPr lang="en-US" dirty="0"/>
              <a:t>Growth strategy</a:t>
            </a:r>
          </a:p>
        </p:txBody>
      </p:sp>
      <p:sp>
        <p:nvSpPr>
          <p:cNvPr id="3" name="Content Placeholder 2">
            <a:extLst>
              <a:ext uri="{FF2B5EF4-FFF2-40B4-BE49-F238E27FC236}">
                <a16:creationId xmlns:a16="http://schemas.microsoft.com/office/drawing/2014/main" id="{58037C43-2A58-4D8F-4B88-9D5CBE782944}"/>
              </a:ext>
            </a:extLst>
          </p:cNvPr>
          <p:cNvSpPr>
            <a:spLocks noGrp="1"/>
          </p:cNvSpPr>
          <p:nvPr>
            <p:ph sz="half" idx="2"/>
          </p:nvPr>
        </p:nvSpPr>
        <p:spPr>
          <a:xfrm>
            <a:off x="850392" y="1837944"/>
            <a:ext cx="10085832" cy="1426464"/>
          </a:xfrm>
        </p:spPr>
        <p:txBody>
          <a:bodyPr/>
          <a:lstStyle/>
          <a:p>
            <a:pPr lvl="0"/>
            <a:r>
              <a:rPr lang="en-US" noProof="0" dirty="0"/>
              <a:t>Expand market reach through strategic partnerships</a:t>
            </a:r>
          </a:p>
          <a:p>
            <a:pPr lvl="0"/>
            <a:r>
              <a:rPr lang="en-US" noProof="0" dirty="0"/>
              <a:t>Enhance product features based on user feedback</a:t>
            </a:r>
          </a:p>
          <a:p>
            <a:pPr lvl="0"/>
            <a:r>
              <a:rPr lang="en-US" noProof="0" dirty="0"/>
              <a:t>Explore international market opportunities</a:t>
            </a:r>
          </a:p>
          <a:p>
            <a:endParaRPr lang="en-US" dirty="0"/>
          </a:p>
        </p:txBody>
      </p:sp>
      <p:graphicFrame>
        <p:nvGraphicFramePr>
          <p:cNvPr id="7" name="Content Placeholder 4" descr="Basic chevron process SmartArt graphic">
            <a:extLst>
              <a:ext uri="{FF2B5EF4-FFF2-40B4-BE49-F238E27FC236}">
                <a16:creationId xmlns:a16="http://schemas.microsoft.com/office/drawing/2014/main" id="{25034E95-5946-A554-4D38-9515B8B69D7E}"/>
              </a:ext>
            </a:extLst>
          </p:cNvPr>
          <p:cNvGraphicFramePr>
            <a:graphicFrameLocks noGrp="1"/>
          </p:cNvGraphicFramePr>
          <p:nvPr>
            <p:ph sz="half" idx="12"/>
            <p:extLst>
              <p:ext uri="{D42A27DB-BD31-4B8C-83A1-F6EECF244321}">
                <p14:modId xmlns:p14="http://schemas.microsoft.com/office/powerpoint/2010/main" val="1156014171"/>
              </p:ext>
            </p:extLst>
          </p:nvPr>
        </p:nvGraphicFramePr>
        <p:xfrm>
          <a:off x="850900" y="3949700"/>
          <a:ext cx="10085388" cy="2332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9CE23B6C-8A52-6407-0C43-F01FB97CFD97}"/>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9</a:t>
            </a:fld>
            <a:endParaRPr lang="en-US" dirty="0"/>
          </a:p>
        </p:txBody>
      </p:sp>
    </p:spTree>
    <p:extLst>
      <p:ext uri="{BB962C8B-B14F-4D97-AF65-F5344CB8AC3E}">
        <p14:creationId xmlns:p14="http://schemas.microsoft.com/office/powerpoint/2010/main" val="64299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7B9D3-A88A-5F79-3CD7-7112379E43FB}"/>
              </a:ext>
            </a:extLst>
          </p:cNvPr>
          <p:cNvSpPr>
            <a:spLocks noGrp="1"/>
          </p:cNvSpPr>
          <p:nvPr>
            <p:ph type="title"/>
          </p:nvPr>
        </p:nvSpPr>
        <p:spPr>
          <a:xfrm>
            <a:off x="850392" y="0"/>
            <a:ext cx="10122632" cy="1307592"/>
          </a:xfrm>
        </p:spPr>
        <p:txBody>
          <a:bodyPr/>
          <a:lstStyle/>
          <a:p>
            <a:r>
              <a:rPr lang="en-US" dirty="0"/>
              <a:t>Traction</a:t>
            </a:r>
          </a:p>
        </p:txBody>
      </p:sp>
      <p:sp>
        <p:nvSpPr>
          <p:cNvPr id="3" name="Content Placeholder 2">
            <a:extLst>
              <a:ext uri="{FF2B5EF4-FFF2-40B4-BE49-F238E27FC236}">
                <a16:creationId xmlns:a16="http://schemas.microsoft.com/office/drawing/2014/main" id="{315092CE-B028-71A6-C0A0-FB94C591E96F}"/>
              </a:ext>
            </a:extLst>
          </p:cNvPr>
          <p:cNvSpPr>
            <a:spLocks noGrp="1"/>
          </p:cNvSpPr>
          <p:nvPr>
            <p:ph sz="half" idx="2"/>
          </p:nvPr>
        </p:nvSpPr>
        <p:spPr>
          <a:xfrm>
            <a:off x="850392" y="1837944"/>
            <a:ext cx="3941064" cy="4270248"/>
          </a:xfrm>
        </p:spPr>
        <p:txBody>
          <a:bodyPr/>
          <a:lstStyle/>
          <a:p>
            <a:r>
              <a:rPr lang="en-US" dirty="0"/>
              <a:t>PRODUCT LAUNCH</a:t>
            </a:r>
          </a:p>
          <a:p>
            <a:pPr lvl="1"/>
            <a:r>
              <a:rPr lang="en-US" dirty="0"/>
              <a:t>Successful introduction of our product to market</a:t>
            </a:r>
          </a:p>
          <a:p>
            <a:endParaRPr lang="en-US" dirty="0"/>
          </a:p>
          <a:p>
            <a:r>
              <a:rPr lang="en-US" dirty="0"/>
              <a:t>10,000 USER MILESTONE</a:t>
            </a:r>
          </a:p>
          <a:p>
            <a:pPr lvl="1"/>
            <a:r>
              <a:rPr lang="en-US" dirty="0"/>
              <a:t>Substantial user base, indicating growing demand</a:t>
            </a:r>
          </a:p>
          <a:p>
            <a:endParaRPr lang="en-US" dirty="0"/>
          </a:p>
          <a:p>
            <a:r>
              <a:rPr lang="en-US" dirty="0"/>
              <a:t>STRATEGIC PARTNERSHIP</a:t>
            </a:r>
          </a:p>
          <a:p>
            <a:pPr lvl="1"/>
            <a:r>
              <a:rPr lang="en-US" dirty="0"/>
              <a:t>Expanding market presence and capabilities</a:t>
            </a:r>
          </a:p>
          <a:p>
            <a:endParaRPr lang="en-US" dirty="0"/>
          </a:p>
        </p:txBody>
      </p:sp>
      <p:graphicFrame>
        <p:nvGraphicFramePr>
          <p:cNvPr id="7" name="Table 4">
            <a:extLst>
              <a:ext uri="{FF2B5EF4-FFF2-40B4-BE49-F238E27FC236}">
                <a16:creationId xmlns:a16="http://schemas.microsoft.com/office/drawing/2014/main" id="{1C299063-CA28-BA61-77D9-CB6A372955EF}"/>
              </a:ext>
            </a:extLst>
          </p:cNvPr>
          <p:cNvGraphicFramePr>
            <a:graphicFrameLocks noGrp="1"/>
          </p:cNvGraphicFramePr>
          <p:nvPr>
            <p:ph sz="half" idx="12"/>
            <p:extLst>
              <p:ext uri="{D42A27DB-BD31-4B8C-83A1-F6EECF244321}">
                <p14:modId xmlns:p14="http://schemas.microsoft.com/office/powerpoint/2010/main" val="971054674"/>
              </p:ext>
            </p:extLst>
          </p:nvPr>
        </p:nvGraphicFramePr>
        <p:xfrm>
          <a:off x="5614988" y="1838325"/>
          <a:ext cx="5354060" cy="4268420"/>
        </p:xfrm>
        <a:graphic>
          <a:graphicData uri="http://schemas.openxmlformats.org/drawingml/2006/table">
            <a:tbl>
              <a:tblPr firstRow="1" bandRow="1">
                <a:tableStyleId>{5C22544A-7EE6-4342-B048-85BDC9FD1C3A}</a:tableStyleId>
              </a:tblPr>
              <a:tblGrid>
                <a:gridCol w="2677030">
                  <a:extLst>
                    <a:ext uri="{9D8B030D-6E8A-4147-A177-3AD203B41FA5}">
                      <a16:colId xmlns:a16="http://schemas.microsoft.com/office/drawing/2014/main" val="1689330750"/>
                    </a:ext>
                  </a:extLst>
                </a:gridCol>
                <a:gridCol w="2677030">
                  <a:extLst>
                    <a:ext uri="{9D8B030D-6E8A-4147-A177-3AD203B41FA5}">
                      <a16:colId xmlns:a16="http://schemas.microsoft.com/office/drawing/2014/main" val="2660631934"/>
                    </a:ext>
                  </a:extLst>
                </a:gridCol>
              </a:tblGrid>
              <a:tr h="853684">
                <a:tc>
                  <a:txBody>
                    <a:bodyPr/>
                    <a:lstStyle/>
                    <a:p>
                      <a:pPr algn="ctr"/>
                      <a:r>
                        <a:rPr lang="en-US" dirty="0">
                          <a:solidFill>
                            <a:schemeClr val="tx1"/>
                          </a:solidFill>
                          <a:latin typeface="+mj-lt"/>
                        </a:rPr>
                        <a:t>MILESTONE</a:t>
                      </a:r>
                    </a:p>
                  </a:txBody>
                  <a:tcPr anchor="ctr">
                    <a:solidFill>
                      <a:schemeClr val="accent1">
                        <a:lumMod val="75000"/>
                      </a:schemeClr>
                    </a:solidFill>
                  </a:tcPr>
                </a:tc>
                <a:tc>
                  <a:txBody>
                    <a:bodyPr/>
                    <a:lstStyle/>
                    <a:p>
                      <a:pPr algn="ctr"/>
                      <a:r>
                        <a:rPr lang="en-US" dirty="0">
                          <a:solidFill>
                            <a:schemeClr val="tx1"/>
                          </a:solidFill>
                          <a:latin typeface="+mj-lt"/>
                        </a:rPr>
                        <a:t>QUARTER</a:t>
                      </a:r>
                    </a:p>
                  </a:txBody>
                  <a:tcPr anchor="ctr">
                    <a:solidFill>
                      <a:schemeClr val="accent1">
                        <a:lumMod val="75000"/>
                      </a:schemeClr>
                    </a:solidFill>
                  </a:tcPr>
                </a:tc>
                <a:extLst>
                  <a:ext uri="{0D108BD9-81ED-4DB2-BD59-A6C34878D82A}">
                    <a16:rowId xmlns:a16="http://schemas.microsoft.com/office/drawing/2014/main" val="479928716"/>
                  </a:ext>
                </a:extLst>
              </a:tr>
              <a:tr h="853684">
                <a:tc>
                  <a:txBody>
                    <a:bodyPr/>
                    <a:lstStyle/>
                    <a:p>
                      <a:pPr algn="ctr"/>
                      <a:r>
                        <a:rPr lang="en-US" dirty="0"/>
                        <a:t>Product launch</a:t>
                      </a:r>
                    </a:p>
                  </a:txBody>
                  <a:tcPr anchor="ctr"/>
                </a:tc>
                <a:tc>
                  <a:txBody>
                    <a:bodyPr/>
                    <a:lstStyle/>
                    <a:p>
                      <a:pPr algn="ctr"/>
                      <a:r>
                        <a:rPr lang="en-US" dirty="0"/>
                        <a:t>Q1</a:t>
                      </a:r>
                    </a:p>
                  </a:txBody>
                  <a:tcPr anchor="ctr"/>
                </a:tc>
                <a:extLst>
                  <a:ext uri="{0D108BD9-81ED-4DB2-BD59-A6C34878D82A}">
                    <a16:rowId xmlns:a16="http://schemas.microsoft.com/office/drawing/2014/main" val="1760208656"/>
                  </a:ext>
                </a:extLst>
              </a:tr>
              <a:tr h="853684">
                <a:tc>
                  <a:txBody>
                    <a:bodyPr/>
                    <a:lstStyle/>
                    <a:p>
                      <a:pPr algn="ctr"/>
                      <a:r>
                        <a:rPr lang="en-US" dirty="0"/>
                        <a:t>10,000 </a:t>
                      </a:r>
                      <a:br>
                        <a:rPr lang="en-US" dirty="0"/>
                      </a:br>
                      <a:r>
                        <a:rPr lang="en-US" dirty="0"/>
                        <a:t>user milestone</a:t>
                      </a:r>
                    </a:p>
                  </a:txBody>
                  <a:tcPr anchor="ctr"/>
                </a:tc>
                <a:tc>
                  <a:txBody>
                    <a:bodyPr/>
                    <a:lstStyle/>
                    <a:p>
                      <a:pPr algn="ctr"/>
                      <a:r>
                        <a:rPr lang="en-US" dirty="0"/>
                        <a:t>Q2</a:t>
                      </a:r>
                    </a:p>
                  </a:txBody>
                  <a:tcPr anchor="ctr"/>
                </a:tc>
                <a:extLst>
                  <a:ext uri="{0D108BD9-81ED-4DB2-BD59-A6C34878D82A}">
                    <a16:rowId xmlns:a16="http://schemas.microsoft.com/office/drawing/2014/main" val="3634243071"/>
                  </a:ext>
                </a:extLst>
              </a:tr>
              <a:tr h="853684">
                <a:tc>
                  <a:txBody>
                    <a:bodyPr/>
                    <a:lstStyle/>
                    <a:p>
                      <a:pPr algn="ctr"/>
                      <a:r>
                        <a:rPr lang="en-US" dirty="0"/>
                        <a:t>Strategic partnership</a:t>
                      </a:r>
                    </a:p>
                  </a:txBody>
                  <a:tcPr anchor="ctr"/>
                </a:tc>
                <a:tc>
                  <a:txBody>
                    <a:bodyPr/>
                    <a:lstStyle/>
                    <a:p>
                      <a:pPr algn="ctr"/>
                      <a:r>
                        <a:rPr lang="en-US" dirty="0"/>
                        <a:t>Q3</a:t>
                      </a:r>
                    </a:p>
                  </a:txBody>
                  <a:tcPr anchor="ctr"/>
                </a:tc>
                <a:extLst>
                  <a:ext uri="{0D108BD9-81ED-4DB2-BD59-A6C34878D82A}">
                    <a16:rowId xmlns:a16="http://schemas.microsoft.com/office/drawing/2014/main" val="415808797"/>
                  </a:ext>
                </a:extLst>
              </a:tr>
              <a:tr h="853684">
                <a:tc>
                  <a:txBody>
                    <a:bodyPr/>
                    <a:lstStyle/>
                    <a:p>
                      <a:pPr lvl="0" algn="ctr">
                        <a:buNone/>
                      </a:pPr>
                      <a:r>
                        <a:rPr lang="en-US" dirty="0"/>
                        <a:t>Campaign launch</a:t>
                      </a:r>
                    </a:p>
                  </a:txBody>
                  <a:tcPr anchor="ctr"/>
                </a:tc>
                <a:tc>
                  <a:txBody>
                    <a:bodyPr/>
                    <a:lstStyle/>
                    <a:p>
                      <a:pPr algn="ctr"/>
                      <a:r>
                        <a:rPr lang="en-US" dirty="0"/>
                        <a:t>Q4</a:t>
                      </a:r>
                    </a:p>
                  </a:txBody>
                  <a:tcPr anchor="ctr"/>
                </a:tc>
                <a:extLst>
                  <a:ext uri="{0D108BD9-81ED-4DB2-BD59-A6C34878D82A}">
                    <a16:rowId xmlns:a16="http://schemas.microsoft.com/office/drawing/2014/main" val="380950325"/>
                  </a:ext>
                </a:extLst>
              </a:tr>
            </a:tbl>
          </a:graphicData>
        </a:graphic>
      </p:graphicFrame>
      <p:sp>
        <p:nvSpPr>
          <p:cNvPr id="5" name="Slide Number Placeholder 4">
            <a:extLst>
              <a:ext uri="{FF2B5EF4-FFF2-40B4-BE49-F238E27FC236}">
                <a16:creationId xmlns:a16="http://schemas.microsoft.com/office/drawing/2014/main" id="{0F096C5E-DC1F-D26B-A71E-5322020B8A7E}"/>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10</a:t>
            </a:fld>
            <a:endParaRPr lang="en-US" dirty="0"/>
          </a:p>
        </p:txBody>
      </p:sp>
    </p:spTree>
    <p:extLst>
      <p:ext uri="{BB962C8B-B14F-4D97-AF65-F5344CB8AC3E}">
        <p14:creationId xmlns:p14="http://schemas.microsoft.com/office/powerpoint/2010/main" val="1852983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a:xfrm>
            <a:off x="850392" y="0"/>
            <a:ext cx="10122632" cy="1307592"/>
          </a:xfrm>
        </p:spPr>
        <p:txBody>
          <a:bodyPr/>
          <a:lstStyle/>
          <a:p>
            <a:r>
              <a:rPr lang="en-US" dirty="0"/>
              <a:t>Financials</a:t>
            </a:r>
          </a:p>
        </p:txBody>
      </p:sp>
      <p:graphicFrame>
        <p:nvGraphicFramePr>
          <p:cNvPr id="6" name="Table 4">
            <a:extLst>
              <a:ext uri="{FF2B5EF4-FFF2-40B4-BE49-F238E27FC236}">
                <a16:creationId xmlns:a16="http://schemas.microsoft.com/office/drawing/2014/main" id="{2DE29ABF-2F75-58D0-2A5A-72FA8A4E0526}"/>
              </a:ext>
            </a:extLst>
          </p:cNvPr>
          <p:cNvGraphicFramePr>
            <a:graphicFrameLocks noGrp="1"/>
          </p:cNvGraphicFramePr>
          <p:nvPr>
            <p:ph sz="half" idx="2"/>
            <p:extLst>
              <p:ext uri="{D42A27DB-BD31-4B8C-83A1-F6EECF244321}">
                <p14:modId xmlns:p14="http://schemas.microsoft.com/office/powerpoint/2010/main" val="820545392"/>
              </p:ext>
            </p:extLst>
          </p:nvPr>
        </p:nvGraphicFramePr>
        <p:xfrm>
          <a:off x="850900" y="1828800"/>
          <a:ext cx="10121900" cy="4351340"/>
        </p:xfrm>
        <a:graphic>
          <a:graphicData uri="http://schemas.openxmlformats.org/drawingml/2006/table">
            <a:tbl>
              <a:tblPr firstRow="1" bandRow="1">
                <a:tableStyleId>{5C22544A-7EE6-4342-B048-85BDC9FD1C3A}</a:tableStyleId>
              </a:tblPr>
              <a:tblGrid>
                <a:gridCol w="2530475">
                  <a:extLst>
                    <a:ext uri="{9D8B030D-6E8A-4147-A177-3AD203B41FA5}">
                      <a16:colId xmlns:a16="http://schemas.microsoft.com/office/drawing/2014/main" val="1689330750"/>
                    </a:ext>
                  </a:extLst>
                </a:gridCol>
                <a:gridCol w="2530475">
                  <a:extLst>
                    <a:ext uri="{9D8B030D-6E8A-4147-A177-3AD203B41FA5}">
                      <a16:colId xmlns:a16="http://schemas.microsoft.com/office/drawing/2014/main" val="2660631934"/>
                    </a:ext>
                  </a:extLst>
                </a:gridCol>
                <a:gridCol w="2530475">
                  <a:extLst>
                    <a:ext uri="{9D8B030D-6E8A-4147-A177-3AD203B41FA5}">
                      <a16:colId xmlns:a16="http://schemas.microsoft.com/office/drawing/2014/main" val="3909717689"/>
                    </a:ext>
                  </a:extLst>
                </a:gridCol>
                <a:gridCol w="2530475">
                  <a:extLst>
                    <a:ext uri="{9D8B030D-6E8A-4147-A177-3AD203B41FA5}">
                      <a16:colId xmlns:a16="http://schemas.microsoft.com/office/drawing/2014/main" val="1603189107"/>
                    </a:ext>
                  </a:extLst>
                </a:gridCol>
              </a:tblGrid>
              <a:tr h="870268">
                <a:tc>
                  <a:txBody>
                    <a:bodyPr/>
                    <a:lstStyle/>
                    <a:p>
                      <a:pPr algn="ctr"/>
                      <a:r>
                        <a:rPr lang="en-US" dirty="0">
                          <a:solidFill>
                            <a:schemeClr val="tx1"/>
                          </a:solidFill>
                          <a:latin typeface="+mj-lt"/>
                        </a:rPr>
                        <a:t>QUARTER</a:t>
                      </a:r>
                    </a:p>
                  </a:txBody>
                  <a:tcPr anchor="ctr">
                    <a:solidFill>
                      <a:schemeClr val="accent1">
                        <a:lumMod val="75000"/>
                      </a:schemeClr>
                    </a:solidFill>
                  </a:tcPr>
                </a:tc>
                <a:tc>
                  <a:txBody>
                    <a:bodyPr/>
                    <a:lstStyle/>
                    <a:p>
                      <a:pPr algn="ctr"/>
                      <a:r>
                        <a:rPr lang="en-US" dirty="0">
                          <a:solidFill>
                            <a:schemeClr val="tx1"/>
                          </a:solidFill>
                          <a:latin typeface="+mj-lt"/>
                        </a:rPr>
                        <a:t>REVENUE ($)</a:t>
                      </a:r>
                    </a:p>
                  </a:txBody>
                  <a:tcPr anchor="ctr">
                    <a:solidFill>
                      <a:schemeClr val="accent1">
                        <a:lumMod val="75000"/>
                      </a:schemeClr>
                    </a:solidFill>
                  </a:tcPr>
                </a:tc>
                <a:tc>
                  <a:txBody>
                    <a:bodyPr/>
                    <a:lstStyle/>
                    <a:p>
                      <a:pPr algn="ctr"/>
                      <a:r>
                        <a:rPr lang="en-US" dirty="0">
                          <a:solidFill>
                            <a:schemeClr val="tx1"/>
                          </a:solidFill>
                          <a:latin typeface="+mj-lt"/>
                        </a:rPr>
                        <a:t>EXPENSES ($)</a:t>
                      </a:r>
                    </a:p>
                  </a:txBody>
                  <a:tcPr anchor="ctr">
                    <a:solidFill>
                      <a:schemeClr val="accent1">
                        <a:lumMod val="75000"/>
                      </a:schemeClr>
                    </a:solidFill>
                  </a:tcPr>
                </a:tc>
                <a:tc>
                  <a:txBody>
                    <a:bodyPr/>
                    <a:lstStyle/>
                    <a:p>
                      <a:pPr algn="ctr"/>
                      <a:r>
                        <a:rPr lang="en-US" dirty="0">
                          <a:solidFill>
                            <a:schemeClr val="tx1"/>
                          </a:solidFill>
                          <a:latin typeface="+mj-lt"/>
                        </a:rPr>
                        <a:t>NET PROFIT ($)</a:t>
                      </a:r>
                    </a:p>
                  </a:txBody>
                  <a:tcPr anchor="ctr">
                    <a:solidFill>
                      <a:schemeClr val="accent1">
                        <a:lumMod val="75000"/>
                      </a:schemeClr>
                    </a:solidFill>
                  </a:tcPr>
                </a:tc>
                <a:extLst>
                  <a:ext uri="{0D108BD9-81ED-4DB2-BD59-A6C34878D82A}">
                    <a16:rowId xmlns:a16="http://schemas.microsoft.com/office/drawing/2014/main" val="479928716"/>
                  </a:ext>
                </a:extLst>
              </a:tr>
              <a:tr h="870268">
                <a:tc>
                  <a:txBody>
                    <a:bodyPr/>
                    <a:lstStyle/>
                    <a:p>
                      <a:pPr algn="ctr"/>
                      <a:r>
                        <a:rPr lang="en-US" dirty="0"/>
                        <a:t>Q1</a:t>
                      </a:r>
                    </a:p>
                  </a:txBody>
                  <a:tcPr anchor="ctr"/>
                </a:tc>
                <a:tc>
                  <a:txBody>
                    <a:bodyPr/>
                    <a:lstStyle/>
                    <a:p>
                      <a:pPr algn="ctr"/>
                      <a:r>
                        <a:rPr lang="en-US" dirty="0"/>
                        <a:t>$200,000</a:t>
                      </a:r>
                    </a:p>
                  </a:txBody>
                  <a:tcPr anchor="ctr"/>
                </a:tc>
                <a:tc>
                  <a:txBody>
                    <a:bodyPr/>
                    <a:lstStyle/>
                    <a:p>
                      <a:pPr algn="ctr"/>
                      <a:r>
                        <a:rPr lang="en-US" dirty="0"/>
                        <a:t>$150,000</a:t>
                      </a:r>
                    </a:p>
                  </a:txBody>
                  <a:tcPr anchor="ctr"/>
                </a:tc>
                <a:tc>
                  <a:txBody>
                    <a:bodyPr/>
                    <a:lstStyle/>
                    <a:p>
                      <a:pPr algn="ctr"/>
                      <a:r>
                        <a:rPr lang="en-US" dirty="0"/>
                        <a:t>$50,000</a:t>
                      </a:r>
                    </a:p>
                  </a:txBody>
                  <a:tcPr anchor="ctr"/>
                </a:tc>
                <a:extLst>
                  <a:ext uri="{0D108BD9-81ED-4DB2-BD59-A6C34878D82A}">
                    <a16:rowId xmlns:a16="http://schemas.microsoft.com/office/drawing/2014/main" val="1760208656"/>
                  </a:ext>
                </a:extLst>
              </a:tr>
              <a:tr h="870268">
                <a:tc>
                  <a:txBody>
                    <a:bodyPr/>
                    <a:lstStyle/>
                    <a:p>
                      <a:pPr algn="ctr"/>
                      <a:r>
                        <a:rPr lang="en-US" dirty="0"/>
                        <a:t>Q2</a:t>
                      </a:r>
                    </a:p>
                  </a:txBody>
                  <a:tcPr anchor="ctr"/>
                </a:tc>
                <a:tc>
                  <a:txBody>
                    <a:bodyPr/>
                    <a:lstStyle/>
                    <a:p>
                      <a:pPr algn="ctr"/>
                      <a:r>
                        <a:rPr lang="en-US" dirty="0"/>
                        <a:t>$300,000</a:t>
                      </a:r>
                    </a:p>
                  </a:txBody>
                  <a:tcPr anchor="ctr"/>
                </a:tc>
                <a:tc>
                  <a:txBody>
                    <a:bodyPr/>
                    <a:lstStyle/>
                    <a:p>
                      <a:pPr algn="ctr"/>
                      <a:r>
                        <a:rPr lang="en-US" dirty="0"/>
                        <a:t>$200,000</a:t>
                      </a:r>
                    </a:p>
                  </a:txBody>
                  <a:tcPr anchor="ctr"/>
                </a:tc>
                <a:tc>
                  <a:txBody>
                    <a:bodyPr/>
                    <a:lstStyle/>
                    <a:p>
                      <a:pPr algn="ctr"/>
                      <a:r>
                        <a:rPr lang="en-US" dirty="0"/>
                        <a:t>$100,000</a:t>
                      </a:r>
                    </a:p>
                  </a:txBody>
                  <a:tcPr anchor="ctr"/>
                </a:tc>
                <a:extLst>
                  <a:ext uri="{0D108BD9-81ED-4DB2-BD59-A6C34878D82A}">
                    <a16:rowId xmlns:a16="http://schemas.microsoft.com/office/drawing/2014/main" val="3634243071"/>
                  </a:ext>
                </a:extLst>
              </a:tr>
              <a:tr h="870268">
                <a:tc>
                  <a:txBody>
                    <a:bodyPr/>
                    <a:lstStyle/>
                    <a:p>
                      <a:pPr algn="ctr"/>
                      <a:r>
                        <a:rPr lang="en-US" dirty="0"/>
                        <a:t>Q3</a:t>
                      </a:r>
                    </a:p>
                  </a:txBody>
                  <a:tcPr anchor="ctr"/>
                </a:tc>
                <a:tc>
                  <a:txBody>
                    <a:bodyPr/>
                    <a:lstStyle/>
                    <a:p>
                      <a:pPr algn="ctr"/>
                      <a:r>
                        <a:rPr lang="en-US" dirty="0"/>
                        <a:t>$400,000</a:t>
                      </a:r>
                    </a:p>
                  </a:txBody>
                  <a:tcPr anchor="ctr"/>
                </a:tc>
                <a:tc>
                  <a:txBody>
                    <a:bodyPr/>
                    <a:lstStyle/>
                    <a:p>
                      <a:pPr algn="ctr"/>
                      <a:r>
                        <a:rPr lang="en-US" dirty="0"/>
                        <a:t>$250,000</a:t>
                      </a:r>
                    </a:p>
                  </a:txBody>
                  <a:tcPr anchor="ctr"/>
                </a:tc>
                <a:tc>
                  <a:txBody>
                    <a:bodyPr/>
                    <a:lstStyle/>
                    <a:p>
                      <a:pPr algn="ctr"/>
                      <a:r>
                        <a:rPr lang="en-US" dirty="0"/>
                        <a:t>$150,000</a:t>
                      </a:r>
                    </a:p>
                  </a:txBody>
                  <a:tcPr anchor="ctr"/>
                </a:tc>
                <a:extLst>
                  <a:ext uri="{0D108BD9-81ED-4DB2-BD59-A6C34878D82A}">
                    <a16:rowId xmlns:a16="http://schemas.microsoft.com/office/drawing/2014/main" val="415808797"/>
                  </a:ext>
                </a:extLst>
              </a:tr>
              <a:tr h="870268">
                <a:tc>
                  <a:txBody>
                    <a:bodyPr/>
                    <a:lstStyle/>
                    <a:p>
                      <a:pPr algn="ctr"/>
                      <a:r>
                        <a:rPr lang="en-US" dirty="0"/>
                        <a:t>Q4</a:t>
                      </a:r>
                    </a:p>
                  </a:txBody>
                  <a:tcPr anchor="ctr"/>
                </a:tc>
                <a:tc>
                  <a:txBody>
                    <a:bodyPr/>
                    <a:lstStyle/>
                    <a:p>
                      <a:pPr algn="ctr"/>
                      <a:r>
                        <a:rPr lang="en-US" dirty="0"/>
                        <a:t>$300,000</a:t>
                      </a:r>
                    </a:p>
                  </a:txBody>
                  <a:tcPr anchor="ctr"/>
                </a:tc>
                <a:tc>
                  <a:txBody>
                    <a:bodyPr/>
                    <a:lstStyle/>
                    <a:p>
                      <a:pPr algn="ctr"/>
                      <a:r>
                        <a:rPr lang="en-US" dirty="0"/>
                        <a:t>$200,000</a:t>
                      </a:r>
                    </a:p>
                  </a:txBody>
                  <a:tcPr anchor="ctr"/>
                </a:tc>
                <a:tc>
                  <a:txBody>
                    <a:bodyPr/>
                    <a:lstStyle/>
                    <a:p>
                      <a:pPr algn="ctr"/>
                      <a:r>
                        <a:rPr lang="en-US" dirty="0"/>
                        <a:t>$100,000</a:t>
                      </a:r>
                    </a:p>
                  </a:txBody>
                  <a:tcPr anchor="ctr"/>
                </a:tc>
                <a:extLst>
                  <a:ext uri="{0D108BD9-81ED-4DB2-BD59-A6C34878D82A}">
                    <a16:rowId xmlns:a16="http://schemas.microsoft.com/office/drawing/2014/main" val="380950325"/>
                  </a:ext>
                </a:extLst>
              </a:tr>
            </a:tbl>
          </a:graphicData>
        </a:graphic>
      </p:graphicFrame>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11</a:t>
            </a:fld>
            <a:endParaRPr lang="en-US" dirty="0"/>
          </a:p>
        </p:txBody>
      </p:sp>
    </p:spTree>
    <p:extLst>
      <p:ext uri="{BB962C8B-B14F-4D97-AF65-F5344CB8AC3E}">
        <p14:creationId xmlns:p14="http://schemas.microsoft.com/office/powerpoint/2010/main" val="226339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BA8B96-A97F-34F3-6F87-24039CBE0C06}"/>
              </a:ext>
            </a:extLst>
          </p:cNvPr>
          <p:cNvSpPr>
            <a:spLocks noGrp="1"/>
          </p:cNvSpPr>
          <p:nvPr>
            <p:ph type="title"/>
          </p:nvPr>
        </p:nvSpPr>
        <p:spPr>
          <a:xfrm>
            <a:off x="850392" y="365760"/>
            <a:ext cx="10085832" cy="978408"/>
          </a:xfrm>
        </p:spPr>
        <p:txBody>
          <a:bodyPr/>
          <a:lstStyle/>
          <a:p>
            <a:r>
              <a:rPr lang="en-US" dirty="0"/>
              <a:t>summary</a:t>
            </a:r>
          </a:p>
        </p:txBody>
      </p:sp>
      <p:sp>
        <p:nvSpPr>
          <p:cNvPr id="6" name="Content Placeholder 5">
            <a:extLst>
              <a:ext uri="{FF2B5EF4-FFF2-40B4-BE49-F238E27FC236}">
                <a16:creationId xmlns:a16="http://schemas.microsoft.com/office/drawing/2014/main" id="{8A235974-1A3D-2F95-9DA6-0B610F0E590B}"/>
              </a:ext>
            </a:extLst>
          </p:cNvPr>
          <p:cNvSpPr>
            <a:spLocks noGrp="1"/>
          </p:cNvSpPr>
          <p:nvPr>
            <p:ph sz="half" idx="2"/>
          </p:nvPr>
        </p:nvSpPr>
        <p:spPr>
          <a:xfrm>
            <a:off x="850392" y="1911096"/>
            <a:ext cx="4837176" cy="2898648"/>
          </a:xfrm>
        </p:spPr>
        <p:txBody>
          <a:bodyPr/>
          <a:lstStyle/>
          <a:p>
            <a:r>
              <a:rPr lang="en-US" dirty="0"/>
              <a:t>With this product, Adatum Corporation is positioned for success in the dynamic market. </a:t>
            </a:r>
          </a:p>
          <a:p>
            <a:r>
              <a:rPr lang="en-US" dirty="0"/>
              <a:t>With a focus on innovation, user experience, and strategic growth, we anticipate reaching new heights in the coming year.</a:t>
            </a:r>
          </a:p>
          <a:p>
            <a:r>
              <a:rPr lang="en-US" dirty="0"/>
              <a:t>Our commitment to user satisfaction underscores every aspect of our operations</a:t>
            </a:r>
          </a:p>
          <a:p>
            <a:endParaRPr lang="en-US" dirty="0"/>
          </a:p>
        </p:txBody>
      </p:sp>
      <p:sp>
        <p:nvSpPr>
          <p:cNvPr id="25" name="Content Placeholder 24">
            <a:extLst>
              <a:ext uri="{FF2B5EF4-FFF2-40B4-BE49-F238E27FC236}">
                <a16:creationId xmlns:a16="http://schemas.microsoft.com/office/drawing/2014/main" id="{3E6AD0AA-58A6-5A6D-4BF7-5963B235CA74}"/>
              </a:ext>
            </a:extLst>
          </p:cNvPr>
          <p:cNvSpPr>
            <a:spLocks noGrp="1"/>
          </p:cNvSpPr>
          <p:nvPr>
            <p:ph sz="half" idx="36"/>
          </p:nvPr>
        </p:nvSpPr>
        <p:spPr>
          <a:xfrm>
            <a:off x="6812280" y="1911096"/>
            <a:ext cx="4453128" cy="1911096"/>
          </a:xfrm>
        </p:spPr>
        <p:txBody>
          <a:bodyPr/>
          <a:lstStyle/>
          <a:p>
            <a:r>
              <a:rPr lang="en-US" dirty="0"/>
              <a:t>Strong market positioning</a:t>
            </a:r>
          </a:p>
          <a:p>
            <a:r>
              <a:rPr lang="en-US" dirty="0"/>
              <a:t>Robust growth strategy</a:t>
            </a:r>
          </a:p>
          <a:p>
            <a:r>
              <a:rPr lang="en-US" dirty="0"/>
              <a:t>Innovative product development</a:t>
            </a:r>
          </a:p>
          <a:p>
            <a:r>
              <a:rPr lang="en-US" dirty="0"/>
              <a:t>Commitment to user satisfaction</a:t>
            </a:r>
          </a:p>
          <a:p>
            <a:endParaRPr lang="en-US" dirty="0"/>
          </a:p>
        </p:txBody>
      </p:sp>
      <p:pic>
        <p:nvPicPr>
          <p:cNvPr id="32" name="Picture Placeholder 31" descr="Close up of skyscrapers">
            <a:extLst>
              <a:ext uri="{FF2B5EF4-FFF2-40B4-BE49-F238E27FC236}">
                <a16:creationId xmlns:a16="http://schemas.microsoft.com/office/drawing/2014/main" id="{24A9B74D-E2A1-3529-BC0C-6F3E582BA966}"/>
              </a:ext>
            </a:extLst>
          </p:cNvPr>
          <p:cNvPicPr>
            <a:picLocks noGrp="1" noChangeAspect="1"/>
          </p:cNvPicPr>
          <p:nvPr>
            <p:ph type="pic" sz="quarter" idx="10"/>
          </p:nvPr>
        </p:nvPicPr>
        <p:blipFill>
          <a:blip r:embed="rId2"/>
          <a:srcRect t="52" b="52"/>
          <a:stretch/>
        </p:blipFill>
        <p:spPr>
          <a:xfrm>
            <a:off x="6812280" y="4242816"/>
            <a:ext cx="4123944" cy="2615184"/>
          </a:xfrm>
        </p:spPr>
      </p:pic>
      <p:sp>
        <p:nvSpPr>
          <p:cNvPr id="4" name="Slide Number Placeholder 3">
            <a:extLst>
              <a:ext uri="{FF2B5EF4-FFF2-40B4-BE49-F238E27FC236}">
                <a16:creationId xmlns:a16="http://schemas.microsoft.com/office/drawing/2014/main" id="{54F1F300-07D0-6B39-2D9D-ACA25BCE9EC4}"/>
              </a:ext>
            </a:extLst>
          </p:cNvPr>
          <p:cNvSpPr>
            <a:spLocks noGrp="1"/>
          </p:cNvSpPr>
          <p:nvPr>
            <p:ph type="sldNum" sz="quarter" idx="35"/>
          </p:nvPr>
        </p:nvSpPr>
        <p:spPr>
          <a:xfrm rot="16200000">
            <a:off x="11716512" y="6382510"/>
            <a:ext cx="566928" cy="384048"/>
          </a:xfrm>
        </p:spPr>
        <p:txBody>
          <a:bodyPr/>
          <a:lstStyle/>
          <a:p>
            <a:fld id="{09A01C0A-2BB6-49E7-91A3-DCB9F9F59583}" type="slidenum">
              <a:rPr lang="en-US" smtClean="0"/>
              <a:pPr/>
              <a:t>12</a:t>
            </a:fld>
            <a:endParaRPr lang="en-US" dirty="0"/>
          </a:p>
        </p:txBody>
      </p:sp>
      <p:sp>
        <p:nvSpPr>
          <p:cNvPr id="33" name="Rectangle 32">
            <a:extLst>
              <a:ext uri="{FF2B5EF4-FFF2-40B4-BE49-F238E27FC236}">
                <a16:creationId xmlns:a16="http://schemas.microsoft.com/office/drawing/2014/main" id="{45A16232-26A5-5976-4EB0-BDA2944D376A}"/>
              </a:ext>
              <a:ext uri="{C183D7F6-B498-43B3-948B-1728B52AA6E4}">
                <adec:decorative xmlns:adec="http://schemas.microsoft.com/office/drawing/2017/decorative" val="1"/>
              </a:ext>
            </a:extLst>
          </p:cNvPr>
          <p:cNvSpPr/>
          <p:nvPr/>
        </p:nvSpPr>
        <p:spPr>
          <a:xfrm rot="5400000">
            <a:off x="3870445" y="2819362"/>
            <a:ext cx="1088802" cy="6988486"/>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121697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6A12F8-DD2F-AE73-677F-D5310D6D52B5}"/>
              </a:ext>
            </a:extLst>
          </p:cNvPr>
          <p:cNvSpPr>
            <a:spLocks noGrp="1"/>
          </p:cNvSpPr>
          <p:nvPr>
            <p:ph type="title"/>
          </p:nvPr>
        </p:nvSpPr>
        <p:spPr>
          <a:xfrm>
            <a:off x="1907196" y="2188196"/>
            <a:ext cx="5985159" cy="1594507"/>
          </a:xfrm>
        </p:spPr>
        <p:txBody>
          <a:bodyPr/>
          <a:lstStyle/>
          <a:p>
            <a:r>
              <a:rPr lang="en-US" dirty="0"/>
              <a:t>THANK YOU</a:t>
            </a:r>
          </a:p>
        </p:txBody>
      </p:sp>
      <p:sp>
        <p:nvSpPr>
          <p:cNvPr id="15" name="Text Placeholder 14">
            <a:extLst>
              <a:ext uri="{FF2B5EF4-FFF2-40B4-BE49-F238E27FC236}">
                <a16:creationId xmlns:a16="http://schemas.microsoft.com/office/drawing/2014/main" id="{791AF693-3675-52A5-9E8E-C071048A1A4D}"/>
              </a:ext>
            </a:extLst>
          </p:cNvPr>
          <p:cNvSpPr>
            <a:spLocks noGrp="1"/>
          </p:cNvSpPr>
          <p:nvPr>
            <p:ph type="body" idx="1"/>
          </p:nvPr>
        </p:nvSpPr>
        <p:spPr>
          <a:xfrm>
            <a:off x="1907196" y="4078224"/>
            <a:ext cx="5444517" cy="1731890"/>
          </a:xfrm>
        </p:spPr>
        <p:txBody>
          <a:bodyPr/>
          <a:lstStyle/>
          <a:p>
            <a:r>
              <a:rPr lang="en-US" dirty="0"/>
              <a:t>Frey Munch</a:t>
            </a:r>
          </a:p>
          <a:p>
            <a:r>
              <a:rPr lang="en-US" dirty="0">
                <a:hlinkClick r:id="rId3">
                  <a:extLst>
                    <a:ext uri="{A12FA001-AC4F-418D-AE19-62706E023703}">
                      <ahyp:hlinkClr xmlns:ahyp="http://schemas.microsoft.com/office/drawing/2018/hyperlinkcolor" val="tx"/>
                    </a:ext>
                  </a:extLst>
                </a:hlinkClick>
              </a:rPr>
              <a:t>mirjam@adatum.com</a:t>
            </a:r>
            <a:endParaRPr lang="en-US" dirty="0"/>
          </a:p>
          <a:p>
            <a:r>
              <a:rPr lang="en-US" dirty="0"/>
              <a:t>www.adatum.com</a:t>
            </a:r>
          </a:p>
        </p:txBody>
      </p:sp>
    </p:spTree>
    <p:extLst>
      <p:ext uri="{BB962C8B-B14F-4D97-AF65-F5344CB8AC3E}">
        <p14:creationId xmlns:p14="http://schemas.microsoft.com/office/powerpoint/2010/main" val="1023783487"/>
      </p:ext>
    </p:extLst>
  </p:cSld>
  <p:clrMapOvr>
    <a:masterClrMapping/>
  </p:clrMapOvr>
</p:sld>
</file>

<file path=ppt/theme/theme1.xml><?xml version="1.0" encoding="utf-8"?>
<a:theme xmlns:a="http://schemas.openxmlformats.org/drawingml/2006/main" name="Custom">
  <a:themeElements>
    <a:clrScheme name="Custom 8">
      <a:dk1>
        <a:srgbClr val="36393B"/>
      </a:dk1>
      <a:lt1>
        <a:srgbClr val="FFFFFF"/>
      </a:lt1>
      <a:dk2>
        <a:srgbClr val="4D62EF"/>
      </a:dk2>
      <a:lt2>
        <a:srgbClr val="E7E4E6"/>
      </a:lt2>
      <a:accent1>
        <a:srgbClr val="3AEFCC"/>
      </a:accent1>
      <a:accent2>
        <a:srgbClr val="62D382"/>
      </a:accent2>
      <a:accent3>
        <a:srgbClr val="FDED60"/>
      </a:accent3>
      <a:accent4>
        <a:srgbClr val="FD4C00"/>
      </a:accent4>
      <a:accent5>
        <a:srgbClr val="FE2701"/>
      </a:accent5>
      <a:accent6>
        <a:srgbClr val="CA54FB"/>
      </a:accent6>
      <a:hlink>
        <a:srgbClr val="4D62EF"/>
      </a:hlink>
      <a:folHlink>
        <a:srgbClr val="FC4C00"/>
      </a:folHlink>
    </a:clrScheme>
    <a:fontScheme name="Custom 19">
      <a:majorFont>
        <a:latin typeface="Arial Black"/>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051434_win32_KB_V3.potx" id="{43D84336-549C-4EAD-AE8D-BE1D65DE3314}" vid="{2C1BB0A5-2565-4EB8-A5F5-FF12201C54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CD1C4F3-182B-4FFD-86F3-85933C0520B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A0E3FE2-6B9B-4C9A-84D9-AD118750DE60}">
  <ds:schemaRefs>
    <ds:schemaRef ds:uri="http://schemas.microsoft.com/sharepoint/v3/contenttype/forms"/>
  </ds:schemaRefs>
</ds:datastoreItem>
</file>

<file path=customXml/itemProps3.xml><?xml version="1.0" encoding="utf-8"?>
<ds:datastoreItem xmlns:ds="http://schemas.openxmlformats.org/officeDocument/2006/customXml" ds:itemID="{F6D4D42E-C7BD-4080-9A83-56BA58F91A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Light modernist presentation</Template>
  <TotalTime>748</TotalTime>
  <Words>435</Words>
  <Application>Microsoft Office PowerPoint</Application>
  <PresentationFormat>Widescreen</PresentationFormat>
  <Paragraphs>110</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Arial Black</vt:lpstr>
      <vt:lpstr>Avenir Next LT Pro</vt:lpstr>
      <vt:lpstr>Avenir Next LT Pro Light</vt:lpstr>
      <vt:lpstr>Calibri</vt:lpstr>
      <vt:lpstr>Custom</vt:lpstr>
      <vt:lpstr>TRAFFIC CRASH ANALYSIS</vt:lpstr>
      <vt:lpstr>AGENDA</vt:lpstr>
      <vt:lpstr>Introduction</vt:lpstr>
      <vt:lpstr>DESCRIPTION</vt:lpstr>
      <vt:lpstr>OBJECTIVES</vt:lpstr>
      <vt:lpstr>Product benefits</vt:lpstr>
      <vt:lpstr>Market overview</vt:lpstr>
      <vt:lpstr>Competitive landscape</vt:lpstr>
      <vt:lpstr>Growth strategy</vt:lpstr>
      <vt:lpstr>Traction</vt:lpstr>
      <vt:lpstr>Financials</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 s</dc:creator>
  <cp:lastModifiedBy>karthik s</cp:lastModifiedBy>
  <cp:revision>2</cp:revision>
  <dcterms:created xsi:type="dcterms:W3CDTF">2026-06-05T08:16:41Z</dcterms:created>
  <dcterms:modified xsi:type="dcterms:W3CDTF">2026-06-05T21:41:18Z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